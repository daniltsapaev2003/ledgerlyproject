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83" r:id="rId1"/>
    <p:sldMasterId id="2147483684" r:id="rId2"/>
    <p:sldMasterId id="2147483685" r:id="rId3"/>
  </p:sldMasterIdLst>
  <p:notesMasterIdLst>
    <p:notesMasterId r:id="rId16"/>
  </p:notesMasterIdLst>
  <p:sldIdLst>
    <p:sldId id="256" r:id="rId4"/>
    <p:sldId id="257" r:id="rId5"/>
    <p:sldId id="259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2D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021656-EFEF-43E8-9527-0F663122184B}" v="17" dt="2026-05-26T07:23:44.457"/>
    <p1510:client id="{180C6A84-A368-4504-952C-52F343EB8D5F}" v="346" dt="2026-05-27T13:04:55.1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3" d="100"/>
          <a:sy n="143" d="100"/>
        </p:scale>
        <p:origin x="684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microsoft.com/office/2015/10/relationships/revisionInfo" Target="revisionInfo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5effdf0509_2_16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g35effdf0509_2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5effdf0509_2_17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g35effdf0509_2_1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5effdf0509_2_19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g35effdf0509_2_1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5effdf0509_2_2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" name="Google Shape;428;g35effdf0509_2_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5effdf0509_2_2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7" name="Google Shape;447;g35effdf0509_2_2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48" name="Google Shape;448;g35effdf0509_2_23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5effdf0509_2_26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4" name="Google Shape;474;g35effdf0509_2_2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35effdf0509_0_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4" name="Google Shape;484;g35effdf0509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35effdf0509_0_55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6" name="Google Shape;496;g35effdf0509_0_5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5effdf0509_0_57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6" name="Google Shape;506;g35effdf0509_0_5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35effdf0509_2_26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" name="Google Shape;518;g35effdf0509_2_2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35effdf0509_0_60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27" name="Google Shape;527;g35effdf0509_0_6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35effdf0509_0_38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35" name="Google Shape;535;g35effdf0509_0_3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ложка">
  <p:cSld name="Обложка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14" descr="A blue circle with white text&#10;&#10;Description automatically generated with low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0394" y="721630"/>
            <a:ext cx="664874" cy="664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3" name="Google Shape;53;p14"/>
          <p:cNvCxnSpPr/>
          <p:nvPr/>
        </p:nvCxnSpPr>
        <p:spPr>
          <a:xfrm>
            <a:off x="4567659" y="739002"/>
            <a:ext cx="0" cy="63013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4" name="Google Shape;54;p14"/>
          <p:cNvCxnSpPr/>
          <p:nvPr/>
        </p:nvCxnSpPr>
        <p:spPr>
          <a:xfrm>
            <a:off x="6481936" y="739002"/>
            <a:ext cx="0" cy="63013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5" name="Google Shape;55;p14"/>
          <p:cNvCxnSpPr/>
          <p:nvPr/>
        </p:nvCxnSpPr>
        <p:spPr>
          <a:xfrm>
            <a:off x="8384285" y="739002"/>
            <a:ext cx="0" cy="63013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6" name="Google Shape;56;p14"/>
          <p:cNvSpPr txBox="1">
            <a:spLocks noGrp="1"/>
          </p:cNvSpPr>
          <p:nvPr>
            <p:ph type="title"/>
          </p:nvPr>
        </p:nvSpPr>
        <p:spPr>
          <a:xfrm>
            <a:off x="770975" y="1803503"/>
            <a:ext cx="5725544" cy="1483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body" idx="1"/>
          </p:nvPr>
        </p:nvSpPr>
        <p:spPr>
          <a:xfrm>
            <a:off x="1556210" y="890881"/>
            <a:ext cx="2886538" cy="3263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body" idx="2"/>
          </p:nvPr>
        </p:nvSpPr>
        <p:spPr>
          <a:xfrm>
            <a:off x="4694565" y="880372"/>
            <a:ext cx="1708547" cy="347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body" idx="3"/>
          </p:nvPr>
        </p:nvSpPr>
        <p:spPr>
          <a:xfrm>
            <a:off x="6590040" y="880372"/>
            <a:ext cx="1663304" cy="347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body" idx="4"/>
          </p:nvPr>
        </p:nvSpPr>
        <p:spPr>
          <a:xfrm>
            <a:off x="770975" y="3618685"/>
            <a:ext cx="5718950" cy="489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кст_2">
  <p:cSld name="Текст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5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7899" y="348272"/>
            <a:ext cx="336207" cy="3362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3" name="Google Shape;63;p15"/>
          <p:cNvCxnSpPr/>
          <p:nvPr/>
        </p:nvCxnSpPr>
        <p:spPr>
          <a:xfrm>
            <a:off x="2474015" y="348272"/>
            <a:ext cx="0" cy="439695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4" name="Google Shape;64;p15"/>
          <p:cNvCxnSpPr/>
          <p:nvPr/>
        </p:nvCxnSpPr>
        <p:spPr>
          <a:xfrm>
            <a:off x="4574562" y="348272"/>
            <a:ext cx="0" cy="439695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5" name="Google Shape;65;p15"/>
          <p:cNvCxnSpPr/>
          <p:nvPr/>
        </p:nvCxnSpPr>
        <p:spPr>
          <a:xfrm>
            <a:off x="7707811" y="348272"/>
            <a:ext cx="0" cy="439695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6" name="Google Shape;66;p15"/>
          <p:cNvSpPr txBox="1"/>
          <p:nvPr/>
        </p:nvSpPr>
        <p:spPr>
          <a:xfrm>
            <a:off x="7807651" y="399208"/>
            <a:ext cx="503983" cy="2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500" b="0" i="0" u="none" strike="noStrike" cap="non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500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7" name="Google Shape;67;p15"/>
          <p:cNvCxnSpPr/>
          <p:nvPr/>
        </p:nvCxnSpPr>
        <p:spPr>
          <a:xfrm>
            <a:off x="8732901" y="348272"/>
            <a:ext cx="0" cy="439695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8" name="Google Shape;68;p15"/>
          <p:cNvSpPr txBox="1">
            <a:spLocks noGrp="1"/>
          </p:cNvSpPr>
          <p:nvPr>
            <p:ph type="title"/>
          </p:nvPr>
        </p:nvSpPr>
        <p:spPr>
          <a:xfrm>
            <a:off x="439423" y="1085843"/>
            <a:ext cx="8293466" cy="582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body" idx="1"/>
          </p:nvPr>
        </p:nvSpPr>
        <p:spPr>
          <a:xfrm>
            <a:off x="439423" y="1784747"/>
            <a:ext cx="8293478" cy="28088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3427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body" idx="2"/>
          </p:nvPr>
        </p:nvSpPr>
        <p:spPr>
          <a:xfrm>
            <a:off x="857767" y="405678"/>
            <a:ext cx="1426369" cy="311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body" idx="3"/>
          </p:nvPr>
        </p:nvSpPr>
        <p:spPr>
          <a:xfrm>
            <a:off x="2594372" y="411540"/>
            <a:ext cx="1552575" cy="306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2" name="Google Shape;72;p15"/>
          <p:cNvSpPr txBox="1">
            <a:spLocks noGrp="1"/>
          </p:cNvSpPr>
          <p:nvPr>
            <p:ph type="body" idx="4"/>
          </p:nvPr>
        </p:nvSpPr>
        <p:spPr>
          <a:xfrm>
            <a:off x="4694919" y="411540"/>
            <a:ext cx="1552575" cy="306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кст_1">
  <p:cSld name="Текст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6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7899" y="348272"/>
            <a:ext cx="336207" cy="3362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5" name="Google Shape;75;p16"/>
          <p:cNvCxnSpPr/>
          <p:nvPr/>
        </p:nvCxnSpPr>
        <p:spPr>
          <a:xfrm>
            <a:off x="2474015" y="348272"/>
            <a:ext cx="0" cy="439695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6" name="Google Shape;76;p16"/>
          <p:cNvCxnSpPr/>
          <p:nvPr/>
        </p:nvCxnSpPr>
        <p:spPr>
          <a:xfrm>
            <a:off x="4574562" y="348272"/>
            <a:ext cx="0" cy="439695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7" name="Google Shape;77;p16"/>
          <p:cNvCxnSpPr/>
          <p:nvPr/>
        </p:nvCxnSpPr>
        <p:spPr>
          <a:xfrm>
            <a:off x="7707811" y="348272"/>
            <a:ext cx="0" cy="439695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8" name="Google Shape;78;p16"/>
          <p:cNvSpPr txBox="1"/>
          <p:nvPr/>
        </p:nvSpPr>
        <p:spPr>
          <a:xfrm>
            <a:off x="7807651" y="399208"/>
            <a:ext cx="503983" cy="2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500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500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9" name="Google Shape;79;p16"/>
          <p:cNvCxnSpPr/>
          <p:nvPr/>
        </p:nvCxnSpPr>
        <p:spPr>
          <a:xfrm>
            <a:off x="8732901" y="348272"/>
            <a:ext cx="0" cy="439695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0" name="Google Shape;80;p16"/>
          <p:cNvSpPr>
            <a:spLocks noGrp="1"/>
          </p:cNvSpPr>
          <p:nvPr>
            <p:ph type="pic" idx="2"/>
          </p:nvPr>
        </p:nvSpPr>
        <p:spPr>
          <a:xfrm>
            <a:off x="5013490" y="1085842"/>
            <a:ext cx="3243875" cy="3243830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81" name="Google Shape;81;p16"/>
          <p:cNvSpPr txBox="1">
            <a:spLocks noGrp="1"/>
          </p:cNvSpPr>
          <p:nvPr>
            <p:ph type="title"/>
          </p:nvPr>
        </p:nvSpPr>
        <p:spPr>
          <a:xfrm>
            <a:off x="439424" y="1085843"/>
            <a:ext cx="3934170" cy="582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82" name="Google Shape;82;p16"/>
          <p:cNvSpPr txBox="1">
            <a:spLocks noGrp="1"/>
          </p:cNvSpPr>
          <p:nvPr>
            <p:ph type="body" idx="1"/>
          </p:nvPr>
        </p:nvSpPr>
        <p:spPr>
          <a:xfrm>
            <a:off x="439423" y="1784747"/>
            <a:ext cx="3934171" cy="2544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34275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3"/>
          </p:nvPr>
        </p:nvSpPr>
        <p:spPr>
          <a:xfrm>
            <a:off x="857767" y="405678"/>
            <a:ext cx="1426369" cy="311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body" idx="4"/>
          </p:nvPr>
        </p:nvSpPr>
        <p:spPr>
          <a:xfrm>
            <a:off x="2594372" y="411540"/>
            <a:ext cx="1552575" cy="306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body" idx="5"/>
          </p:nvPr>
        </p:nvSpPr>
        <p:spPr>
          <a:xfrm>
            <a:off x="4694919" y="411540"/>
            <a:ext cx="1552575" cy="306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кст_3">
  <p:cSld name="Текст_3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7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7899" y="348272"/>
            <a:ext cx="336207" cy="3362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8" name="Google Shape;88;p17"/>
          <p:cNvCxnSpPr/>
          <p:nvPr/>
        </p:nvCxnSpPr>
        <p:spPr>
          <a:xfrm>
            <a:off x="2474015" y="348272"/>
            <a:ext cx="0" cy="439695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9" name="Google Shape;89;p17"/>
          <p:cNvCxnSpPr/>
          <p:nvPr/>
        </p:nvCxnSpPr>
        <p:spPr>
          <a:xfrm>
            <a:off x="4574562" y="348272"/>
            <a:ext cx="0" cy="439695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90" name="Google Shape;90;p17"/>
          <p:cNvCxnSpPr/>
          <p:nvPr/>
        </p:nvCxnSpPr>
        <p:spPr>
          <a:xfrm>
            <a:off x="7707811" y="348272"/>
            <a:ext cx="0" cy="439695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1" name="Google Shape;91;p17"/>
          <p:cNvSpPr txBox="1"/>
          <p:nvPr/>
        </p:nvSpPr>
        <p:spPr>
          <a:xfrm>
            <a:off x="7807651" y="399208"/>
            <a:ext cx="503983" cy="2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500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500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2" name="Google Shape;92;p17"/>
          <p:cNvCxnSpPr/>
          <p:nvPr/>
        </p:nvCxnSpPr>
        <p:spPr>
          <a:xfrm>
            <a:off x="8732901" y="348272"/>
            <a:ext cx="0" cy="439695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3" name="Google Shape;93;p17"/>
          <p:cNvSpPr txBox="1">
            <a:spLocks noGrp="1"/>
          </p:cNvSpPr>
          <p:nvPr>
            <p:ph type="body" idx="1"/>
          </p:nvPr>
        </p:nvSpPr>
        <p:spPr>
          <a:xfrm>
            <a:off x="439424" y="1784747"/>
            <a:ext cx="3241898" cy="1799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34275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4" name="Google Shape;94;p17"/>
          <p:cNvSpPr txBox="1">
            <a:spLocks noGrp="1"/>
          </p:cNvSpPr>
          <p:nvPr>
            <p:ph type="body" idx="2"/>
          </p:nvPr>
        </p:nvSpPr>
        <p:spPr>
          <a:xfrm>
            <a:off x="439423" y="3887437"/>
            <a:ext cx="2950759" cy="415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34275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5" name="Google Shape;95;p17"/>
          <p:cNvSpPr txBox="1">
            <a:spLocks noGrp="1"/>
          </p:cNvSpPr>
          <p:nvPr>
            <p:ph type="body" idx="3"/>
          </p:nvPr>
        </p:nvSpPr>
        <p:spPr>
          <a:xfrm>
            <a:off x="4694919" y="1784747"/>
            <a:ext cx="4037976" cy="2588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6" name="Google Shape;96;p17"/>
          <p:cNvSpPr txBox="1">
            <a:spLocks noGrp="1"/>
          </p:cNvSpPr>
          <p:nvPr>
            <p:ph type="title"/>
          </p:nvPr>
        </p:nvSpPr>
        <p:spPr>
          <a:xfrm>
            <a:off x="439423" y="1085843"/>
            <a:ext cx="8293466" cy="582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97" name="Google Shape;97;p17"/>
          <p:cNvSpPr txBox="1">
            <a:spLocks noGrp="1"/>
          </p:cNvSpPr>
          <p:nvPr>
            <p:ph type="body" idx="4"/>
          </p:nvPr>
        </p:nvSpPr>
        <p:spPr>
          <a:xfrm>
            <a:off x="857767" y="405678"/>
            <a:ext cx="1426369" cy="311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8" name="Google Shape;98;p17"/>
          <p:cNvSpPr txBox="1">
            <a:spLocks noGrp="1"/>
          </p:cNvSpPr>
          <p:nvPr>
            <p:ph type="body" idx="5"/>
          </p:nvPr>
        </p:nvSpPr>
        <p:spPr>
          <a:xfrm>
            <a:off x="2594372" y="411540"/>
            <a:ext cx="1552575" cy="306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9" name="Google Shape;99;p17"/>
          <p:cNvSpPr txBox="1">
            <a:spLocks noGrp="1"/>
          </p:cNvSpPr>
          <p:nvPr>
            <p:ph type="body" idx="6"/>
          </p:nvPr>
        </p:nvSpPr>
        <p:spPr>
          <a:xfrm>
            <a:off x="4694919" y="411540"/>
            <a:ext cx="1552575" cy="306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График_1">
  <p:cSld name="График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8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7899" y="348272"/>
            <a:ext cx="336207" cy="3362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2" name="Google Shape;102;p18"/>
          <p:cNvCxnSpPr/>
          <p:nvPr/>
        </p:nvCxnSpPr>
        <p:spPr>
          <a:xfrm>
            <a:off x="2474015" y="348272"/>
            <a:ext cx="0" cy="439695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03" name="Google Shape;103;p18"/>
          <p:cNvCxnSpPr/>
          <p:nvPr/>
        </p:nvCxnSpPr>
        <p:spPr>
          <a:xfrm>
            <a:off x="4574562" y="348272"/>
            <a:ext cx="0" cy="439695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04" name="Google Shape;104;p18"/>
          <p:cNvCxnSpPr/>
          <p:nvPr/>
        </p:nvCxnSpPr>
        <p:spPr>
          <a:xfrm>
            <a:off x="7707811" y="348272"/>
            <a:ext cx="0" cy="439695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5" name="Google Shape;105;p18"/>
          <p:cNvSpPr txBox="1"/>
          <p:nvPr/>
        </p:nvSpPr>
        <p:spPr>
          <a:xfrm>
            <a:off x="7807651" y="399208"/>
            <a:ext cx="503983" cy="2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500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500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6" name="Google Shape;106;p18"/>
          <p:cNvCxnSpPr/>
          <p:nvPr/>
        </p:nvCxnSpPr>
        <p:spPr>
          <a:xfrm>
            <a:off x="8732901" y="348272"/>
            <a:ext cx="0" cy="439695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7" name="Google Shape;107;p18"/>
          <p:cNvSpPr txBox="1">
            <a:spLocks noGrp="1"/>
          </p:cNvSpPr>
          <p:nvPr>
            <p:ph type="title"/>
          </p:nvPr>
        </p:nvSpPr>
        <p:spPr>
          <a:xfrm>
            <a:off x="439424" y="1085843"/>
            <a:ext cx="3241898" cy="582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108" name="Google Shape;108;p18"/>
          <p:cNvSpPr txBox="1">
            <a:spLocks noGrp="1"/>
          </p:cNvSpPr>
          <p:nvPr>
            <p:ph type="body" idx="1"/>
          </p:nvPr>
        </p:nvSpPr>
        <p:spPr>
          <a:xfrm>
            <a:off x="439424" y="1784747"/>
            <a:ext cx="3241898" cy="1799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34275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9" name="Google Shape;109;p18"/>
          <p:cNvSpPr txBox="1">
            <a:spLocks noGrp="1"/>
          </p:cNvSpPr>
          <p:nvPr>
            <p:ph type="body" idx="2"/>
          </p:nvPr>
        </p:nvSpPr>
        <p:spPr>
          <a:xfrm>
            <a:off x="439423" y="3887437"/>
            <a:ext cx="2950759" cy="415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34275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0" name="Google Shape;110;p18"/>
          <p:cNvSpPr>
            <a:spLocks noGrp="1"/>
          </p:cNvSpPr>
          <p:nvPr>
            <p:ph type="chart" idx="3"/>
          </p:nvPr>
        </p:nvSpPr>
        <p:spPr>
          <a:xfrm>
            <a:off x="3954073" y="1085843"/>
            <a:ext cx="4778826" cy="3217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1" name="Google Shape;111;p18"/>
          <p:cNvSpPr txBox="1">
            <a:spLocks noGrp="1"/>
          </p:cNvSpPr>
          <p:nvPr>
            <p:ph type="body" idx="4"/>
          </p:nvPr>
        </p:nvSpPr>
        <p:spPr>
          <a:xfrm>
            <a:off x="857767" y="405678"/>
            <a:ext cx="1426369" cy="311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2" name="Google Shape;112;p18"/>
          <p:cNvSpPr txBox="1">
            <a:spLocks noGrp="1"/>
          </p:cNvSpPr>
          <p:nvPr>
            <p:ph type="body" idx="5"/>
          </p:nvPr>
        </p:nvSpPr>
        <p:spPr>
          <a:xfrm>
            <a:off x="2594372" y="411540"/>
            <a:ext cx="1552575" cy="306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3" name="Google Shape;113;p18"/>
          <p:cNvSpPr txBox="1">
            <a:spLocks noGrp="1"/>
          </p:cNvSpPr>
          <p:nvPr>
            <p:ph type="body" idx="6"/>
          </p:nvPr>
        </p:nvSpPr>
        <p:spPr>
          <a:xfrm>
            <a:off x="4694919" y="411540"/>
            <a:ext cx="1552575" cy="306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График_2">
  <p:cSld name="График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9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7899" y="348272"/>
            <a:ext cx="336207" cy="3362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6" name="Google Shape;116;p19"/>
          <p:cNvCxnSpPr/>
          <p:nvPr/>
        </p:nvCxnSpPr>
        <p:spPr>
          <a:xfrm>
            <a:off x="2474015" y="348272"/>
            <a:ext cx="0" cy="439695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17" name="Google Shape;117;p19"/>
          <p:cNvCxnSpPr/>
          <p:nvPr/>
        </p:nvCxnSpPr>
        <p:spPr>
          <a:xfrm>
            <a:off x="4574562" y="348272"/>
            <a:ext cx="0" cy="439695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18" name="Google Shape;118;p19"/>
          <p:cNvCxnSpPr/>
          <p:nvPr/>
        </p:nvCxnSpPr>
        <p:spPr>
          <a:xfrm>
            <a:off x="7707811" y="348272"/>
            <a:ext cx="0" cy="439695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9" name="Google Shape;119;p19"/>
          <p:cNvSpPr txBox="1"/>
          <p:nvPr/>
        </p:nvSpPr>
        <p:spPr>
          <a:xfrm>
            <a:off x="7807651" y="399208"/>
            <a:ext cx="503983" cy="2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500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500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0" name="Google Shape;120;p19"/>
          <p:cNvCxnSpPr/>
          <p:nvPr/>
        </p:nvCxnSpPr>
        <p:spPr>
          <a:xfrm>
            <a:off x="8732901" y="348272"/>
            <a:ext cx="0" cy="439695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1" name="Google Shape;121;p19"/>
          <p:cNvSpPr txBox="1">
            <a:spLocks noGrp="1"/>
          </p:cNvSpPr>
          <p:nvPr>
            <p:ph type="body" idx="1"/>
          </p:nvPr>
        </p:nvSpPr>
        <p:spPr>
          <a:xfrm>
            <a:off x="439423" y="3887437"/>
            <a:ext cx="2950759" cy="415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34275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2" name="Google Shape;122;p19"/>
          <p:cNvSpPr>
            <a:spLocks noGrp="1"/>
          </p:cNvSpPr>
          <p:nvPr>
            <p:ph type="chart" idx="2"/>
          </p:nvPr>
        </p:nvSpPr>
        <p:spPr>
          <a:xfrm>
            <a:off x="3954073" y="1085843"/>
            <a:ext cx="4778826" cy="3217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3" name="Google Shape;123;p19"/>
          <p:cNvSpPr txBox="1">
            <a:spLocks noGrp="1"/>
          </p:cNvSpPr>
          <p:nvPr>
            <p:ph type="body" idx="3"/>
          </p:nvPr>
        </p:nvSpPr>
        <p:spPr>
          <a:xfrm>
            <a:off x="439341" y="1085298"/>
            <a:ext cx="3242072" cy="5274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4" name="Google Shape;124;p19"/>
          <p:cNvSpPr txBox="1">
            <a:spLocks noGrp="1"/>
          </p:cNvSpPr>
          <p:nvPr>
            <p:ph type="body" idx="4"/>
          </p:nvPr>
        </p:nvSpPr>
        <p:spPr>
          <a:xfrm>
            <a:off x="439424" y="1784747"/>
            <a:ext cx="3241898" cy="1799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34275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5" name="Google Shape;125;p19"/>
          <p:cNvSpPr txBox="1">
            <a:spLocks noGrp="1"/>
          </p:cNvSpPr>
          <p:nvPr>
            <p:ph type="body" idx="5"/>
          </p:nvPr>
        </p:nvSpPr>
        <p:spPr>
          <a:xfrm>
            <a:off x="857767" y="405678"/>
            <a:ext cx="1426369" cy="311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6" name="Google Shape;126;p19"/>
          <p:cNvSpPr txBox="1">
            <a:spLocks noGrp="1"/>
          </p:cNvSpPr>
          <p:nvPr>
            <p:ph type="body" idx="6"/>
          </p:nvPr>
        </p:nvSpPr>
        <p:spPr>
          <a:xfrm>
            <a:off x="2594372" y="411540"/>
            <a:ext cx="1552575" cy="306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7" name="Google Shape;127;p19"/>
          <p:cNvSpPr txBox="1">
            <a:spLocks noGrp="1"/>
          </p:cNvSpPr>
          <p:nvPr>
            <p:ph type="body" idx="7"/>
          </p:nvPr>
        </p:nvSpPr>
        <p:spPr>
          <a:xfrm>
            <a:off x="4694919" y="411540"/>
            <a:ext cx="1552575" cy="306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Цифры">
  <p:cSld name="Цифры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0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7899" y="348272"/>
            <a:ext cx="336207" cy="3362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0" name="Google Shape;130;p20"/>
          <p:cNvCxnSpPr/>
          <p:nvPr/>
        </p:nvCxnSpPr>
        <p:spPr>
          <a:xfrm>
            <a:off x="2474015" y="348272"/>
            <a:ext cx="0" cy="439695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31" name="Google Shape;131;p20"/>
          <p:cNvCxnSpPr/>
          <p:nvPr/>
        </p:nvCxnSpPr>
        <p:spPr>
          <a:xfrm>
            <a:off x="4574562" y="348272"/>
            <a:ext cx="0" cy="439695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32" name="Google Shape;132;p20"/>
          <p:cNvCxnSpPr/>
          <p:nvPr/>
        </p:nvCxnSpPr>
        <p:spPr>
          <a:xfrm>
            <a:off x="7707811" y="348272"/>
            <a:ext cx="0" cy="439695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3" name="Google Shape;133;p20"/>
          <p:cNvSpPr txBox="1"/>
          <p:nvPr/>
        </p:nvSpPr>
        <p:spPr>
          <a:xfrm>
            <a:off x="7807651" y="399208"/>
            <a:ext cx="503983" cy="2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500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500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4" name="Google Shape;134;p20"/>
          <p:cNvCxnSpPr/>
          <p:nvPr/>
        </p:nvCxnSpPr>
        <p:spPr>
          <a:xfrm>
            <a:off x="8732901" y="348272"/>
            <a:ext cx="0" cy="439695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5" name="Google Shape;135;p20"/>
          <p:cNvSpPr txBox="1">
            <a:spLocks noGrp="1"/>
          </p:cNvSpPr>
          <p:nvPr>
            <p:ph type="title"/>
          </p:nvPr>
        </p:nvSpPr>
        <p:spPr>
          <a:xfrm>
            <a:off x="439423" y="1085843"/>
            <a:ext cx="8293466" cy="582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136" name="Google Shape;136;p20"/>
          <p:cNvSpPr txBox="1">
            <a:spLocks noGrp="1"/>
          </p:cNvSpPr>
          <p:nvPr>
            <p:ph type="body" idx="1"/>
          </p:nvPr>
        </p:nvSpPr>
        <p:spPr>
          <a:xfrm>
            <a:off x="431307" y="3077996"/>
            <a:ext cx="2068607" cy="11772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34275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7" name="Google Shape;137;p20"/>
          <p:cNvSpPr txBox="1">
            <a:spLocks noGrp="1"/>
          </p:cNvSpPr>
          <p:nvPr>
            <p:ph type="body" idx="2"/>
          </p:nvPr>
        </p:nvSpPr>
        <p:spPr>
          <a:xfrm>
            <a:off x="3035255" y="3077996"/>
            <a:ext cx="2068209" cy="11772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34275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8" name="Google Shape;138;p20"/>
          <p:cNvSpPr txBox="1">
            <a:spLocks noGrp="1"/>
          </p:cNvSpPr>
          <p:nvPr>
            <p:ph type="body" idx="3"/>
          </p:nvPr>
        </p:nvSpPr>
        <p:spPr>
          <a:xfrm>
            <a:off x="5639204" y="3077996"/>
            <a:ext cx="2068209" cy="11772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34275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9" name="Google Shape;139;p20"/>
          <p:cNvSpPr txBox="1">
            <a:spLocks noGrp="1"/>
          </p:cNvSpPr>
          <p:nvPr>
            <p:ph type="body" idx="4"/>
          </p:nvPr>
        </p:nvSpPr>
        <p:spPr>
          <a:xfrm>
            <a:off x="431307" y="2032676"/>
            <a:ext cx="2068607" cy="873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685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685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685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685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0" name="Google Shape;140;p20"/>
          <p:cNvSpPr txBox="1">
            <a:spLocks noGrp="1"/>
          </p:cNvSpPr>
          <p:nvPr>
            <p:ph type="body" idx="5"/>
          </p:nvPr>
        </p:nvSpPr>
        <p:spPr>
          <a:xfrm>
            <a:off x="3035255" y="2032676"/>
            <a:ext cx="2068607" cy="873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685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685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685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685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1" name="Google Shape;141;p20"/>
          <p:cNvSpPr txBox="1">
            <a:spLocks noGrp="1"/>
          </p:cNvSpPr>
          <p:nvPr>
            <p:ph type="body" idx="6"/>
          </p:nvPr>
        </p:nvSpPr>
        <p:spPr>
          <a:xfrm>
            <a:off x="5639204" y="2032676"/>
            <a:ext cx="2068607" cy="873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685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685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685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685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2" name="Google Shape;142;p20"/>
          <p:cNvSpPr txBox="1">
            <a:spLocks noGrp="1"/>
          </p:cNvSpPr>
          <p:nvPr>
            <p:ph type="body" idx="7"/>
          </p:nvPr>
        </p:nvSpPr>
        <p:spPr>
          <a:xfrm>
            <a:off x="857767" y="405678"/>
            <a:ext cx="1426369" cy="311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3" name="Google Shape;143;p20"/>
          <p:cNvSpPr txBox="1">
            <a:spLocks noGrp="1"/>
          </p:cNvSpPr>
          <p:nvPr>
            <p:ph type="body" idx="8"/>
          </p:nvPr>
        </p:nvSpPr>
        <p:spPr>
          <a:xfrm>
            <a:off x="2594372" y="411540"/>
            <a:ext cx="1552575" cy="306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4" name="Google Shape;144;p20"/>
          <p:cNvSpPr txBox="1">
            <a:spLocks noGrp="1"/>
          </p:cNvSpPr>
          <p:nvPr>
            <p:ph type="body" idx="9"/>
          </p:nvPr>
        </p:nvSpPr>
        <p:spPr>
          <a:xfrm>
            <a:off x="4694919" y="411540"/>
            <a:ext cx="1552575" cy="306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аблица_1">
  <p:cSld name="Таблица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21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7899" y="348272"/>
            <a:ext cx="336207" cy="3362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7" name="Google Shape;147;p21"/>
          <p:cNvCxnSpPr/>
          <p:nvPr/>
        </p:nvCxnSpPr>
        <p:spPr>
          <a:xfrm>
            <a:off x="2474015" y="348272"/>
            <a:ext cx="0" cy="439695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48" name="Google Shape;148;p21"/>
          <p:cNvCxnSpPr/>
          <p:nvPr/>
        </p:nvCxnSpPr>
        <p:spPr>
          <a:xfrm>
            <a:off x="4574562" y="348272"/>
            <a:ext cx="0" cy="439695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49" name="Google Shape;149;p21"/>
          <p:cNvCxnSpPr/>
          <p:nvPr/>
        </p:nvCxnSpPr>
        <p:spPr>
          <a:xfrm>
            <a:off x="7707811" y="348272"/>
            <a:ext cx="0" cy="439695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0" name="Google Shape;150;p21"/>
          <p:cNvSpPr txBox="1"/>
          <p:nvPr/>
        </p:nvSpPr>
        <p:spPr>
          <a:xfrm>
            <a:off x="7807651" y="399208"/>
            <a:ext cx="503983" cy="2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500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500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1" name="Google Shape;151;p21"/>
          <p:cNvCxnSpPr/>
          <p:nvPr/>
        </p:nvCxnSpPr>
        <p:spPr>
          <a:xfrm>
            <a:off x="8732901" y="348272"/>
            <a:ext cx="0" cy="439695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2" name="Google Shape;152;p21"/>
          <p:cNvSpPr txBox="1">
            <a:spLocks noGrp="1"/>
          </p:cNvSpPr>
          <p:nvPr>
            <p:ph type="body" idx="1"/>
          </p:nvPr>
        </p:nvSpPr>
        <p:spPr>
          <a:xfrm>
            <a:off x="439340" y="1085299"/>
            <a:ext cx="8293549" cy="2308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3" name="Google Shape;153;p21"/>
          <p:cNvSpPr txBox="1">
            <a:spLocks noGrp="1"/>
          </p:cNvSpPr>
          <p:nvPr>
            <p:ph type="body" idx="2"/>
          </p:nvPr>
        </p:nvSpPr>
        <p:spPr>
          <a:xfrm>
            <a:off x="439341" y="4304392"/>
            <a:ext cx="5118227" cy="5274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21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21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21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21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4" name="Google Shape;154;p21"/>
          <p:cNvSpPr>
            <a:spLocks noGrp="1"/>
          </p:cNvSpPr>
          <p:nvPr>
            <p:ph type="tbl" idx="3"/>
          </p:nvPr>
        </p:nvSpPr>
        <p:spPr>
          <a:xfrm>
            <a:off x="439340" y="1488057"/>
            <a:ext cx="8293895" cy="2639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5" name="Google Shape;155;p21"/>
          <p:cNvSpPr txBox="1">
            <a:spLocks noGrp="1"/>
          </p:cNvSpPr>
          <p:nvPr>
            <p:ph type="body" idx="4"/>
          </p:nvPr>
        </p:nvSpPr>
        <p:spPr>
          <a:xfrm>
            <a:off x="857767" y="405678"/>
            <a:ext cx="1426369" cy="311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6" name="Google Shape;156;p21"/>
          <p:cNvSpPr txBox="1">
            <a:spLocks noGrp="1"/>
          </p:cNvSpPr>
          <p:nvPr>
            <p:ph type="body" idx="5"/>
          </p:nvPr>
        </p:nvSpPr>
        <p:spPr>
          <a:xfrm>
            <a:off x="2594372" y="411540"/>
            <a:ext cx="1552575" cy="306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7" name="Google Shape;157;p21"/>
          <p:cNvSpPr txBox="1">
            <a:spLocks noGrp="1"/>
          </p:cNvSpPr>
          <p:nvPr>
            <p:ph type="body" idx="6"/>
          </p:nvPr>
        </p:nvSpPr>
        <p:spPr>
          <a:xfrm>
            <a:off x="4694919" y="411540"/>
            <a:ext cx="1552575" cy="306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аблица_2">
  <p:cSld name="Таблица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22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7899" y="348272"/>
            <a:ext cx="336207" cy="3362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22"/>
          <p:cNvCxnSpPr/>
          <p:nvPr/>
        </p:nvCxnSpPr>
        <p:spPr>
          <a:xfrm>
            <a:off x="2474015" y="348272"/>
            <a:ext cx="0" cy="439695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61" name="Google Shape;161;p22"/>
          <p:cNvCxnSpPr/>
          <p:nvPr/>
        </p:nvCxnSpPr>
        <p:spPr>
          <a:xfrm>
            <a:off x="4574562" y="348272"/>
            <a:ext cx="0" cy="439695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62" name="Google Shape;162;p22"/>
          <p:cNvCxnSpPr/>
          <p:nvPr/>
        </p:nvCxnSpPr>
        <p:spPr>
          <a:xfrm>
            <a:off x="7707811" y="348272"/>
            <a:ext cx="0" cy="439695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3" name="Google Shape;163;p22"/>
          <p:cNvSpPr txBox="1"/>
          <p:nvPr/>
        </p:nvSpPr>
        <p:spPr>
          <a:xfrm>
            <a:off x="7807651" y="399208"/>
            <a:ext cx="503983" cy="2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500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500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4" name="Google Shape;164;p22"/>
          <p:cNvCxnSpPr/>
          <p:nvPr/>
        </p:nvCxnSpPr>
        <p:spPr>
          <a:xfrm>
            <a:off x="8732901" y="348272"/>
            <a:ext cx="0" cy="439695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5" name="Google Shape;165;p22"/>
          <p:cNvSpPr txBox="1">
            <a:spLocks noGrp="1"/>
          </p:cNvSpPr>
          <p:nvPr>
            <p:ph type="body" idx="1"/>
          </p:nvPr>
        </p:nvSpPr>
        <p:spPr>
          <a:xfrm>
            <a:off x="439340" y="1085298"/>
            <a:ext cx="5713408" cy="402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6" name="Google Shape;166;p22"/>
          <p:cNvSpPr txBox="1">
            <a:spLocks noGrp="1"/>
          </p:cNvSpPr>
          <p:nvPr>
            <p:ph type="body" idx="2"/>
          </p:nvPr>
        </p:nvSpPr>
        <p:spPr>
          <a:xfrm>
            <a:off x="439341" y="4304392"/>
            <a:ext cx="5118227" cy="5274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21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21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21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21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7" name="Google Shape;167;p22"/>
          <p:cNvSpPr>
            <a:spLocks noGrp="1"/>
          </p:cNvSpPr>
          <p:nvPr>
            <p:ph type="tbl" idx="3"/>
          </p:nvPr>
        </p:nvSpPr>
        <p:spPr>
          <a:xfrm>
            <a:off x="439340" y="1656271"/>
            <a:ext cx="5713421" cy="2471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8" name="Google Shape;168;p22"/>
          <p:cNvSpPr txBox="1">
            <a:spLocks noGrp="1"/>
          </p:cNvSpPr>
          <p:nvPr>
            <p:ph type="body" idx="4"/>
          </p:nvPr>
        </p:nvSpPr>
        <p:spPr>
          <a:xfrm>
            <a:off x="6515105" y="1656272"/>
            <a:ext cx="2197999" cy="1928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34275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9" name="Google Shape;169;p22"/>
          <p:cNvSpPr txBox="1">
            <a:spLocks noGrp="1"/>
          </p:cNvSpPr>
          <p:nvPr>
            <p:ph type="body" idx="5"/>
          </p:nvPr>
        </p:nvSpPr>
        <p:spPr>
          <a:xfrm>
            <a:off x="857767" y="405678"/>
            <a:ext cx="1426369" cy="311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0" name="Google Shape;170;p22"/>
          <p:cNvSpPr txBox="1">
            <a:spLocks noGrp="1"/>
          </p:cNvSpPr>
          <p:nvPr>
            <p:ph type="body" idx="6"/>
          </p:nvPr>
        </p:nvSpPr>
        <p:spPr>
          <a:xfrm>
            <a:off x="2594372" y="411540"/>
            <a:ext cx="1552575" cy="306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1" name="Google Shape;171;p22"/>
          <p:cNvSpPr txBox="1">
            <a:spLocks noGrp="1"/>
          </p:cNvSpPr>
          <p:nvPr>
            <p:ph type="body" idx="7"/>
          </p:nvPr>
        </p:nvSpPr>
        <p:spPr>
          <a:xfrm>
            <a:off x="4694919" y="411540"/>
            <a:ext cx="1552575" cy="306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цвет">
  <p:cSld name="цвет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23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7899" y="348272"/>
            <a:ext cx="336207" cy="3362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4" name="Google Shape;174;p23"/>
          <p:cNvCxnSpPr/>
          <p:nvPr/>
        </p:nvCxnSpPr>
        <p:spPr>
          <a:xfrm>
            <a:off x="2474015" y="348272"/>
            <a:ext cx="0" cy="439695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75" name="Google Shape;175;p23"/>
          <p:cNvCxnSpPr/>
          <p:nvPr/>
        </p:nvCxnSpPr>
        <p:spPr>
          <a:xfrm>
            <a:off x="4574562" y="348272"/>
            <a:ext cx="0" cy="439695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76" name="Google Shape;176;p23"/>
          <p:cNvCxnSpPr/>
          <p:nvPr/>
        </p:nvCxnSpPr>
        <p:spPr>
          <a:xfrm>
            <a:off x="7707811" y="348272"/>
            <a:ext cx="0" cy="439695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77" name="Google Shape;177;p23"/>
          <p:cNvSpPr txBox="1"/>
          <p:nvPr/>
        </p:nvSpPr>
        <p:spPr>
          <a:xfrm>
            <a:off x="7807651" y="399208"/>
            <a:ext cx="503983" cy="2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500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500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8" name="Google Shape;178;p23"/>
          <p:cNvCxnSpPr/>
          <p:nvPr/>
        </p:nvCxnSpPr>
        <p:spPr>
          <a:xfrm>
            <a:off x="8732901" y="348272"/>
            <a:ext cx="0" cy="439695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79" name="Google Shape;179;p23"/>
          <p:cNvSpPr txBox="1">
            <a:spLocks noGrp="1"/>
          </p:cNvSpPr>
          <p:nvPr>
            <p:ph type="title"/>
          </p:nvPr>
        </p:nvSpPr>
        <p:spPr>
          <a:xfrm>
            <a:off x="439424" y="1085843"/>
            <a:ext cx="3241898" cy="582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180" name="Google Shape;180;p23"/>
          <p:cNvSpPr txBox="1">
            <a:spLocks noGrp="1"/>
          </p:cNvSpPr>
          <p:nvPr>
            <p:ph type="body" idx="1"/>
          </p:nvPr>
        </p:nvSpPr>
        <p:spPr>
          <a:xfrm>
            <a:off x="439424" y="1784747"/>
            <a:ext cx="3241898" cy="1799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34275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1" name="Google Shape;181;p23"/>
          <p:cNvSpPr/>
          <p:nvPr/>
        </p:nvSpPr>
        <p:spPr>
          <a:xfrm>
            <a:off x="4044736" y="1085843"/>
            <a:ext cx="623248" cy="623248"/>
          </a:xfrm>
          <a:prstGeom prst="ellipse">
            <a:avLst/>
          </a:prstGeom>
          <a:solidFill>
            <a:srgbClr val="0E2D6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3"/>
          <p:cNvSpPr/>
          <p:nvPr/>
        </p:nvSpPr>
        <p:spPr>
          <a:xfrm>
            <a:off x="5057194" y="1085843"/>
            <a:ext cx="623248" cy="623248"/>
          </a:xfrm>
          <a:prstGeom prst="ellipse">
            <a:avLst/>
          </a:prstGeom>
          <a:solidFill>
            <a:srgbClr val="234A9B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3"/>
          <p:cNvSpPr/>
          <p:nvPr/>
        </p:nvSpPr>
        <p:spPr>
          <a:xfrm>
            <a:off x="6069651" y="1085843"/>
            <a:ext cx="623248" cy="623248"/>
          </a:xfrm>
          <a:prstGeom prst="ellipse">
            <a:avLst/>
          </a:prstGeom>
          <a:solidFill>
            <a:srgbClr val="11A0D7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3"/>
          <p:cNvSpPr/>
          <p:nvPr/>
        </p:nvSpPr>
        <p:spPr>
          <a:xfrm>
            <a:off x="7082108" y="1085843"/>
            <a:ext cx="623248" cy="623248"/>
          </a:xfrm>
          <a:prstGeom prst="ellipse">
            <a:avLst/>
          </a:prstGeom>
          <a:solidFill>
            <a:srgbClr val="029C63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3"/>
          <p:cNvSpPr/>
          <p:nvPr/>
        </p:nvSpPr>
        <p:spPr>
          <a:xfrm>
            <a:off x="8094566" y="1085843"/>
            <a:ext cx="623248" cy="623248"/>
          </a:xfrm>
          <a:prstGeom prst="ellipse">
            <a:avLst/>
          </a:prstGeom>
          <a:solidFill>
            <a:srgbClr val="EB681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3"/>
          <p:cNvSpPr/>
          <p:nvPr/>
        </p:nvSpPr>
        <p:spPr>
          <a:xfrm>
            <a:off x="4044736" y="2031524"/>
            <a:ext cx="623248" cy="623248"/>
          </a:xfrm>
          <a:prstGeom prst="ellipse">
            <a:avLst/>
          </a:prstGeom>
          <a:solidFill>
            <a:srgbClr val="7D4EBA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3"/>
          <p:cNvSpPr/>
          <p:nvPr/>
        </p:nvSpPr>
        <p:spPr>
          <a:xfrm>
            <a:off x="5057194" y="2031524"/>
            <a:ext cx="623248" cy="623248"/>
          </a:xfrm>
          <a:prstGeom prst="ellipse">
            <a:avLst/>
          </a:prstGeom>
          <a:solidFill>
            <a:srgbClr val="E61F3D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3"/>
          <p:cNvSpPr/>
          <p:nvPr/>
        </p:nvSpPr>
        <p:spPr>
          <a:xfrm>
            <a:off x="6069651" y="2031524"/>
            <a:ext cx="623248" cy="623248"/>
          </a:xfrm>
          <a:prstGeom prst="ellipse">
            <a:avLst/>
          </a:prstGeom>
          <a:solidFill>
            <a:srgbClr val="FBBA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3"/>
          <p:cNvSpPr/>
          <p:nvPr/>
        </p:nvSpPr>
        <p:spPr>
          <a:xfrm>
            <a:off x="7082108" y="2031524"/>
            <a:ext cx="623248" cy="623248"/>
          </a:xfrm>
          <a:prstGeom prst="ellipse">
            <a:avLst/>
          </a:prstGeom>
          <a:solidFill>
            <a:srgbClr val="7DA0D3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3"/>
          <p:cNvSpPr/>
          <p:nvPr/>
        </p:nvSpPr>
        <p:spPr>
          <a:xfrm>
            <a:off x="8094566" y="2031524"/>
            <a:ext cx="623248" cy="623248"/>
          </a:xfrm>
          <a:prstGeom prst="ellipse">
            <a:avLst/>
          </a:prstGeom>
          <a:solidFill>
            <a:srgbClr val="47A0A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3"/>
          <p:cNvSpPr/>
          <p:nvPr/>
        </p:nvSpPr>
        <p:spPr>
          <a:xfrm>
            <a:off x="4044736" y="2977207"/>
            <a:ext cx="623248" cy="623248"/>
          </a:xfrm>
          <a:prstGeom prst="ellipse">
            <a:avLst/>
          </a:prstGeom>
          <a:solidFill>
            <a:srgbClr val="EB8C3C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3"/>
          <p:cNvSpPr/>
          <p:nvPr/>
        </p:nvSpPr>
        <p:spPr>
          <a:xfrm>
            <a:off x="5057194" y="2977207"/>
            <a:ext cx="623248" cy="623248"/>
          </a:xfrm>
          <a:prstGeom prst="ellipse">
            <a:avLst/>
          </a:prstGeom>
          <a:solidFill>
            <a:srgbClr val="96628C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3"/>
          <p:cNvSpPr/>
          <p:nvPr/>
        </p:nvSpPr>
        <p:spPr>
          <a:xfrm>
            <a:off x="6069651" y="2977207"/>
            <a:ext cx="623248" cy="623248"/>
          </a:xfrm>
          <a:prstGeom prst="ellipse">
            <a:avLst/>
          </a:prstGeom>
          <a:solidFill>
            <a:srgbClr val="CD5A5A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3"/>
          <p:cNvSpPr/>
          <p:nvPr/>
        </p:nvSpPr>
        <p:spPr>
          <a:xfrm>
            <a:off x="7082108" y="2977207"/>
            <a:ext cx="623248" cy="623248"/>
          </a:xfrm>
          <a:prstGeom prst="ellipse">
            <a:avLst/>
          </a:prstGeom>
          <a:solidFill>
            <a:srgbClr val="FFD74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3"/>
          <p:cNvSpPr/>
          <p:nvPr/>
        </p:nvSpPr>
        <p:spPr>
          <a:xfrm>
            <a:off x="8094566" y="2977207"/>
            <a:ext cx="623248" cy="623248"/>
          </a:xfrm>
          <a:prstGeom prst="ellipse">
            <a:avLst/>
          </a:prstGeom>
          <a:solidFill>
            <a:srgbClr val="CDDDF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3"/>
          <p:cNvSpPr/>
          <p:nvPr/>
        </p:nvSpPr>
        <p:spPr>
          <a:xfrm>
            <a:off x="4044736" y="3937327"/>
            <a:ext cx="623248" cy="623248"/>
          </a:xfrm>
          <a:prstGeom prst="ellipse">
            <a:avLst/>
          </a:prstGeom>
          <a:solidFill>
            <a:srgbClr val="D7EBB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3"/>
          <p:cNvSpPr/>
          <p:nvPr/>
        </p:nvSpPr>
        <p:spPr>
          <a:xfrm>
            <a:off x="5057194" y="3937327"/>
            <a:ext cx="623248" cy="623248"/>
          </a:xfrm>
          <a:prstGeom prst="ellipse">
            <a:avLst/>
          </a:prstGeom>
          <a:solidFill>
            <a:srgbClr val="FFDC9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3"/>
          <p:cNvSpPr/>
          <p:nvPr/>
        </p:nvSpPr>
        <p:spPr>
          <a:xfrm>
            <a:off x="6069651" y="3937327"/>
            <a:ext cx="623248" cy="623248"/>
          </a:xfrm>
          <a:prstGeom prst="ellipse">
            <a:avLst/>
          </a:prstGeom>
          <a:solidFill>
            <a:srgbClr val="D7C3F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3"/>
          <p:cNvSpPr/>
          <p:nvPr/>
        </p:nvSpPr>
        <p:spPr>
          <a:xfrm>
            <a:off x="7082108" y="3937327"/>
            <a:ext cx="623248" cy="623248"/>
          </a:xfrm>
          <a:prstGeom prst="ellipse">
            <a:avLst/>
          </a:prstGeom>
          <a:solidFill>
            <a:srgbClr val="F6C3C3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3"/>
          <p:cNvSpPr/>
          <p:nvPr/>
        </p:nvSpPr>
        <p:spPr>
          <a:xfrm>
            <a:off x="8094566" y="3937327"/>
            <a:ext cx="623248" cy="623248"/>
          </a:xfrm>
          <a:prstGeom prst="ellipse">
            <a:avLst/>
          </a:prstGeom>
          <a:solidFill>
            <a:srgbClr val="FFF07D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3"/>
          <p:cNvSpPr txBox="1">
            <a:spLocks noGrp="1"/>
          </p:cNvSpPr>
          <p:nvPr>
            <p:ph type="body" idx="2"/>
          </p:nvPr>
        </p:nvSpPr>
        <p:spPr>
          <a:xfrm>
            <a:off x="857767" y="405678"/>
            <a:ext cx="1426369" cy="311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2" name="Google Shape;202;p23"/>
          <p:cNvSpPr txBox="1">
            <a:spLocks noGrp="1"/>
          </p:cNvSpPr>
          <p:nvPr>
            <p:ph type="body" idx="3"/>
          </p:nvPr>
        </p:nvSpPr>
        <p:spPr>
          <a:xfrm>
            <a:off x="2594372" y="411540"/>
            <a:ext cx="1552575" cy="306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3" name="Google Shape;203;p23"/>
          <p:cNvSpPr txBox="1">
            <a:spLocks noGrp="1"/>
          </p:cNvSpPr>
          <p:nvPr>
            <p:ph type="body" idx="4"/>
          </p:nvPr>
        </p:nvSpPr>
        <p:spPr>
          <a:xfrm>
            <a:off x="4694919" y="411540"/>
            <a:ext cx="1552575" cy="306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чистый_2">
  <p:cSld name="чистый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24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7899" y="348272"/>
            <a:ext cx="336207" cy="3362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6" name="Google Shape;206;p24"/>
          <p:cNvCxnSpPr/>
          <p:nvPr/>
        </p:nvCxnSpPr>
        <p:spPr>
          <a:xfrm>
            <a:off x="2474015" y="348272"/>
            <a:ext cx="0" cy="439695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07" name="Google Shape;207;p24"/>
          <p:cNvCxnSpPr/>
          <p:nvPr/>
        </p:nvCxnSpPr>
        <p:spPr>
          <a:xfrm>
            <a:off x="4574562" y="348272"/>
            <a:ext cx="0" cy="439695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08" name="Google Shape;208;p24"/>
          <p:cNvCxnSpPr/>
          <p:nvPr/>
        </p:nvCxnSpPr>
        <p:spPr>
          <a:xfrm>
            <a:off x="7707811" y="348272"/>
            <a:ext cx="0" cy="439695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09" name="Google Shape;209;p24"/>
          <p:cNvSpPr txBox="1"/>
          <p:nvPr/>
        </p:nvSpPr>
        <p:spPr>
          <a:xfrm>
            <a:off x="7807651" y="399208"/>
            <a:ext cx="503983" cy="2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500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500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0" name="Google Shape;210;p24"/>
          <p:cNvCxnSpPr/>
          <p:nvPr/>
        </p:nvCxnSpPr>
        <p:spPr>
          <a:xfrm>
            <a:off x="8732901" y="348272"/>
            <a:ext cx="0" cy="439695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11" name="Google Shape;211;p24"/>
          <p:cNvSpPr txBox="1">
            <a:spLocks noGrp="1"/>
          </p:cNvSpPr>
          <p:nvPr>
            <p:ph type="body" idx="1"/>
          </p:nvPr>
        </p:nvSpPr>
        <p:spPr>
          <a:xfrm>
            <a:off x="857767" y="405678"/>
            <a:ext cx="1426369" cy="311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2" name="Google Shape;212;p24"/>
          <p:cNvSpPr txBox="1">
            <a:spLocks noGrp="1"/>
          </p:cNvSpPr>
          <p:nvPr>
            <p:ph type="body" idx="2"/>
          </p:nvPr>
        </p:nvSpPr>
        <p:spPr>
          <a:xfrm>
            <a:off x="2594372" y="411540"/>
            <a:ext cx="1552575" cy="306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3" name="Google Shape;213;p24"/>
          <p:cNvSpPr txBox="1">
            <a:spLocks noGrp="1"/>
          </p:cNvSpPr>
          <p:nvPr>
            <p:ph type="body" idx="3"/>
          </p:nvPr>
        </p:nvSpPr>
        <p:spPr>
          <a:xfrm>
            <a:off x="4694919" y="411540"/>
            <a:ext cx="1552575" cy="306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чистый">
  <p:cSld name="чистый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ложка">
  <p:cSld name="Обложка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27" descr="A blue circle with white text&#10;&#10;Description automatically generated with low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0394" y="721630"/>
            <a:ext cx="664875" cy="664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3" name="Google Shape;223;p27"/>
          <p:cNvCxnSpPr/>
          <p:nvPr/>
        </p:nvCxnSpPr>
        <p:spPr>
          <a:xfrm>
            <a:off x="4567659" y="739002"/>
            <a:ext cx="0" cy="63000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24" name="Google Shape;224;p27"/>
          <p:cNvCxnSpPr/>
          <p:nvPr/>
        </p:nvCxnSpPr>
        <p:spPr>
          <a:xfrm>
            <a:off x="6481936" y="739002"/>
            <a:ext cx="0" cy="63000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25" name="Google Shape;225;p27"/>
          <p:cNvCxnSpPr/>
          <p:nvPr/>
        </p:nvCxnSpPr>
        <p:spPr>
          <a:xfrm>
            <a:off x="8384285" y="739002"/>
            <a:ext cx="0" cy="63000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26" name="Google Shape;226;p27"/>
          <p:cNvSpPr txBox="1">
            <a:spLocks noGrp="1"/>
          </p:cNvSpPr>
          <p:nvPr>
            <p:ph type="title"/>
          </p:nvPr>
        </p:nvSpPr>
        <p:spPr>
          <a:xfrm>
            <a:off x="770975" y="1803503"/>
            <a:ext cx="5725500" cy="14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3200"/>
              <a:buFont typeface="Arial"/>
              <a:buNone/>
              <a:defRPr sz="32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7" name="Google Shape;227;p27"/>
          <p:cNvSpPr txBox="1">
            <a:spLocks noGrp="1"/>
          </p:cNvSpPr>
          <p:nvPr>
            <p:ph type="body" idx="1"/>
          </p:nvPr>
        </p:nvSpPr>
        <p:spPr>
          <a:xfrm>
            <a:off x="1556210" y="890881"/>
            <a:ext cx="28866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28" name="Google Shape;228;p27"/>
          <p:cNvSpPr txBox="1">
            <a:spLocks noGrp="1"/>
          </p:cNvSpPr>
          <p:nvPr>
            <p:ph type="body" idx="2"/>
          </p:nvPr>
        </p:nvSpPr>
        <p:spPr>
          <a:xfrm>
            <a:off x="4694565" y="880372"/>
            <a:ext cx="17085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900"/>
              <a:buFont typeface="Arial"/>
              <a:buNone/>
              <a:defRPr sz="9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29" name="Google Shape;229;p27"/>
          <p:cNvSpPr txBox="1">
            <a:spLocks noGrp="1"/>
          </p:cNvSpPr>
          <p:nvPr>
            <p:ph type="body" idx="3"/>
          </p:nvPr>
        </p:nvSpPr>
        <p:spPr>
          <a:xfrm>
            <a:off x="6590040" y="880372"/>
            <a:ext cx="16632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900"/>
              <a:buFont typeface="Arial"/>
              <a:buNone/>
              <a:defRPr sz="9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30" name="Google Shape;230;p27"/>
          <p:cNvSpPr txBox="1">
            <a:spLocks noGrp="1"/>
          </p:cNvSpPr>
          <p:nvPr>
            <p:ph type="body" idx="4"/>
          </p:nvPr>
        </p:nvSpPr>
        <p:spPr>
          <a:xfrm>
            <a:off x="770975" y="3618685"/>
            <a:ext cx="5718900" cy="48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200"/>
              <a:buFont typeface="Arial"/>
              <a:buNone/>
              <a:defRPr sz="12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кст_1">
  <p:cSld name="Текст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p28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7899" y="348272"/>
            <a:ext cx="336208" cy="33620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3" name="Google Shape;233;p28"/>
          <p:cNvCxnSpPr/>
          <p:nvPr/>
        </p:nvCxnSpPr>
        <p:spPr>
          <a:xfrm>
            <a:off x="2474015" y="348272"/>
            <a:ext cx="0" cy="43980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34" name="Google Shape;234;p28"/>
          <p:cNvCxnSpPr/>
          <p:nvPr/>
        </p:nvCxnSpPr>
        <p:spPr>
          <a:xfrm>
            <a:off x="4574562" y="348272"/>
            <a:ext cx="0" cy="43980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35" name="Google Shape;235;p28"/>
          <p:cNvCxnSpPr/>
          <p:nvPr/>
        </p:nvCxnSpPr>
        <p:spPr>
          <a:xfrm>
            <a:off x="7707811" y="348272"/>
            <a:ext cx="0" cy="43980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36" name="Google Shape;236;p28"/>
          <p:cNvSpPr txBox="1"/>
          <p:nvPr/>
        </p:nvSpPr>
        <p:spPr>
          <a:xfrm>
            <a:off x="7807651" y="399208"/>
            <a:ext cx="5040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lang="ru" sz="1500" b="0" i="0" u="none" strike="noStrike" cap="non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500" b="0" i="0" u="none" strike="noStrike" cap="none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7" name="Google Shape;237;p28"/>
          <p:cNvCxnSpPr/>
          <p:nvPr/>
        </p:nvCxnSpPr>
        <p:spPr>
          <a:xfrm>
            <a:off x="8732901" y="348272"/>
            <a:ext cx="0" cy="43980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38" name="Google Shape;238;p28"/>
          <p:cNvSpPr>
            <a:spLocks noGrp="1"/>
          </p:cNvSpPr>
          <p:nvPr>
            <p:ph type="pic" idx="2"/>
          </p:nvPr>
        </p:nvSpPr>
        <p:spPr>
          <a:xfrm>
            <a:off x="5013490" y="1085842"/>
            <a:ext cx="3243900" cy="3243900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239" name="Google Shape;239;p28"/>
          <p:cNvSpPr txBox="1">
            <a:spLocks noGrp="1"/>
          </p:cNvSpPr>
          <p:nvPr>
            <p:ph type="title"/>
          </p:nvPr>
        </p:nvSpPr>
        <p:spPr>
          <a:xfrm>
            <a:off x="439424" y="1085843"/>
            <a:ext cx="3934200" cy="5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0" name="Google Shape;240;p28"/>
          <p:cNvSpPr txBox="1">
            <a:spLocks noGrp="1"/>
          </p:cNvSpPr>
          <p:nvPr>
            <p:ph type="body" idx="1"/>
          </p:nvPr>
        </p:nvSpPr>
        <p:spPr>
          <a:xfrm>
            <a:off x="439423" y="1784747"/>
            <a:ext cx="3934200" cy="254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34275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41" name="Google Shape;241;p28"/>
          <p:cNvSpPr txBox="1">
            <a:spLocks noGrp="1"/>
          </p:cNvSpPr>
          <p:nvPr>
            <p:ph type="body" idx="3"/>
          </p:nvPr>
        </p:nvSpPr>
        <p:spPr>
          <a:xfrm>
            <a:off x="857767" y="405678"/>
            <a:ext cx="1426500" cy="3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0" i="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0" i="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0" i="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0" i="0"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42" name="Google Shape;242;p28"/>
          <p:cNvSpPr txBox="1">
            <a:spLocks noGrp="1"/>
          </p:cNvSpPr>
          <p:nvPr>
            <p:ph type="body" idx="4"/>
          </p:nvPr>
        </p:nvSpPr>
        <p:spPr>
          <a:xfrm>
            <a:off x="2594372" y="411540"/>
            <a:ext cx="1552500" cy="3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8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8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8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8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8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43" name="Google Shape;243;p28"/>
          <p:cNvSpPr txBox="1">
            <a:spLocks noGrp="1"/>
          </p:cNvSpPr>
          <p:nvPr>
            <p:ph type="body" idx="5"/>
          </p:nvPr>
        </p:nvSpPr>
        <p:spPr>
          <a:xfrm>
            <a:off x="4694919" y="411540"/>
            <a:ext cx="1552500" cy="3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8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8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8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8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8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чистый">
  <p:cSld name="чистый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rgbClr val="0A204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6" name="Google Shape;246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83107" y="1982857"/>
            <a:ext cx="1177786" cy="11777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кст_2">
  <p:cSld name="Текст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p30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7899" y="348272"/>
            <a:ext cx="336208" cy="33620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9" name="Google Shape;249;p30"/>
          <p:cNvCxnSpPr/>
          <p:nvPr/>
        </p:nvCxnSpPr>
        <p:spPr>
          <a:xfrm>
            <a:off x="2474015" y="348272"/>
            <a:ext cx="0" cy="43980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50" name="Google Shape;250;p30"/>
          <p:cNvCxnSpPr/>
          <p:nvPr/>
        </p:nvCxnSpPr>
        <p:spPr>
          <a:xfrm>
            <a:off x="4574562" y="348272"/>
            <a:ext cx="0" cy="43980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51" name="Google Shape;251;p30"/>
          <p:cNvCxnSpPr/>
          <p:nvPr/>
        </p:nvCxnSpPr>
        <p:spPr>
          <a:xfrm>
            <a:off x="7707811" y="348272"/>
            <a:ext cx="0" cy="43980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52" name="Google Shape;252;p30"/>
          <p:cNvSpPr txBox="1"/>
          <p:nvPr/>
        </p:nvSpPr>
        <p:spPr>
          <a:xfrm>
            <a:off x="7807651" y="399208"/>
            <a:ext cx="5040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lang="ru" sz="1500" b="0" i="0" u="none" strike="noStrike" cap="non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500" b="0" i="0" u="none" strike="noStrike" cap="none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3" name="Google Shape;253;p30"/>
          <p:cNvCxnSpPr/>
          <p:nvPr/>
        </p:nvCxnSpPr>
        <p:spPr>
          <a:xfrm>
            <a:off x="8732901" y="348272"/>
            <a:ext cx="0" cy="43980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54" name="Google Shape;254;p30"/>
          <p:cNvSpPr txBox="1">
            <a:spLocks noGrp="1"/>
          </p:cNvSpPr>
          <p:nvPr>
            <p:ph type="body" idx="1"/>
          </p:nvPr>
        </p:nvSpPr>
        <p:spPr>
          <a:xfrm>
            <a:off x="857767" y="405678"/>
            <a:ext cx="1426500" cy="3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0" i="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0" i="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0" i="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0" i="0"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55" name="Google Shape;255;p30"/>
          <p:cNvSpPr txBox="1">
            <a:spLocks noGrp="1"/>
          </p:cNvSpPr>
          <p:nvPr>
            <p:ph type="body" idx="2"/>
          </p:nvPr>
        </p:nvSpPr>
        <p:spPr>
          <a:xfrm>
            <a:off x="2594372" y="411540"/>
            <a:ext cx="1552500" cy="3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8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8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8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8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8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56" name="Google Shape;256;p30"/>
          <p:cNvSpPr txBox="1">
            <a:spLocks noGrp="1"/>
          </p:cNvSpPr>
          <p:nvPr>
            <p:ph type="title"/>
          </p:nvPr>
        </p:nvSpPr>
        <p:spPr>
          <a:xfrm>
            <a:off x="439423" y="1085843"/>
            <a:ext cx="8293500" cy="5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7" name="Google Shape;257;p30"/>
          <p:cNvSpPr txBox="1">
            <a:spLocks noGrp="1"/>
          </p:cNvSpPr>
          <p:nvPr>
            <p:ph type="body" idx="3"/>
          </p:nvPr>
        </p:nvSpPr>
        <p:spPr>
          <a:xfrm>
            <a:off x="439423" y="1784747"/>
            <a:ext cx="8293500" cy="280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3427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58" name="Google Shape;258;p30"/>
          <p:cNvSpPr txBox="1">
            <a:spLocks noGrp="1"/>
          </p:cNvSpPr>
          <p:nvPr>
            <p:ph type="body" idx="4"/>
          </p:nvPr>
        </p:nvSpPr>
        <p:spPr>
          <a:xfrm>
            <a:off x="4694919" y="411540"/>
            <a:ext cx="1552500" cy="3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8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8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8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8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8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кст_3">
  <p:cSld name="Текст_3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" name="Google Shape;260;p31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7899" y="348272"/>
            <a:ext cx="336208" cy="33620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1" name="Google Shape;261;p31"/>
          <p:cNvCxnSpPr/>
          <p:nvPr/>
        </p:nvCxnSpPr>
        <p:spPr>
          <a:xfrm>
            <a:off x="2474015" y="348272"/>
            <a:ext cx="0" cy="43980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62" name="Google Shape;262;p31"/>
          <p:cNvCxnSpPr/>
          <p:nvPr/>
        </p:nvCxnSpPr>
        <p:spPr>
          <a:xfrm>
            <a:off x="4574562" y="348272"/>
            <a:ext cx="0" cy="43980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63" name="Google Shape;263;p31"/>
          <p:cNvCxnSpPr/>
          <p:nvPr/>
        </p:nvCxnSpPr>
        <p:spPr>
          <a:xfrm>
            <a:off x="7707811" y="348272"/>
            <a:ext cx="0" cy="43980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64" name="Google Shape;264;p31"/>
          <p:cNvSpPr txBox="1"/>
          <p:nvPr/>
        </p:nvSpPr>
        <p:spPr>
          <a:xfrm>
            <a:off x="7807651" y="399208"/>
            <a:ext cx="5040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lang="ru" sz="1500" b="0" i="0" u="none" strike="noStrike" cap="non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500" b="0" i="0" u="none" strike="noStrike" cap="none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5" name="Google Shape;265;p31"/>
          <p:cNvCxnSpPr/>
          <p:nvPr/>
        </p:nvCxnSpPr>
        <p:spPr>
          <a:xfrm>
            <a:off x="8732901" y="348272"/>
            <a:ext cx="0" cy="43980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66" name="Google Shape;266;p31"/>
          <p:cNvSpPr txBox="1">
            <a:spLocks noGrp="1"/>
          </p:cNvSpPr>
          <p:nvPr>
            <p:ph type="body" idx="1"/>
          </p:nvPr>
        </p:nvSpPr>
        <p:spPr>
          <a:xfrm>
            <a:off x="857767" y="405678"/>
            <a:ext cx="1426500" cy="3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0" i="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0" i="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0" i="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0" i="0"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67" name="Google Shape;267;p31"/>
          <p:cNvSpPr txBox="1">
            <a:spLocks noGrp="1"/>
          </p:cNvSpPr>
          <p:nvPr>
            <p:ph type="body" idx="2"/>
          </p:nvPr>
        </p:nvSpPr>
        <p:spPr>
          <a:xfrm>
            <a:off x="2594372" y="411540"/>
            <a:ext cx="1552500" cy="3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8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8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8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8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8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68" name="Google Shape;268;p31"/>
          <p:cNvSpPr txBox="1">
            <a:spLocks noGrp="1"/>
          </p:cNvSpPr>
          <p:nvPr>
            <p:ph type="body" idx="3"/>
          </p:nvPr>
        </p:nvSpPr>
        <p:spPr>
          <a:xfrm>
            <a:off x="439424" y="1784747"/>
            <a:ext cx="3241800" cy="179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34275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69" name="Google Shape;269;p31"/>
          <p:cNvSpPr txBox="1">
            <a:spLocks noGrp="1"/>
          </p:cNvSpPr>
          <p:nvPr>
            <p:ph type="body" idx="4"/>
          </p:nvPr>
        </p:nvSpPr>
        <p:spPr>
          <a:xfrm>
            <a:off x="439423" y="3887437"/>
            <a:ext cx="29508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34275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800"/>
              <a:buFont typeface="Arial"/>
              <a:buNone/>
              <a:defRPr sz="8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70" name="Google Shape;270;p31"/>
          <p:cNvSpPr txBox="1">
            <a:spLocks noGrp="1"/>
          </p:cNvSpPr>
          <p:nvPr>
            <p:ph type="body" idx="5"/>
          </p:nvPr>
        </p:nvSpPr>
        <p:spPr>
          <a:xfrm>
            <a:off x="4694919" y="1784747"/>
            <a:ext cx="4038000" cy="258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2400"/>
              <a:buFont typeface="Arial"/>
              <a:buNone/>
              <a:defRPr sz="24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71" name="Google Shape;271;p31"/>
          <p:cNvSpPr txBox="1">
            <a:spLocks noGrp="1"/>
          </p:cNvSpPr>
          <p:nvPr>
            <p:ph type="body" idx="6"/>
          </p:nvPr>
        </p:nvSpPr>
        <p:spPr>
          <a:xfrm>
            <a:off x="4694919" y="411540"/>
            <a:ext cx="1552500" cy="3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8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8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8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8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8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72" name="Google Shape;272;p31"/>
          <p:cNvSpPr txBox="1">
            <a:spLocks noGrp="1"/>
          </p:cNvSpPr>
          <p:nvPr>
            <p:ph type="title"/>
          </p:nvPr>
        </p:nvSpPr>
        <p:spPr>
          <a:xfrm>
            <a:off x="439423" y="1085843"/>
            <a:ext cx="8293500" cy="5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График_1">
  <p:cSld name="График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Google Shape;274;p32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7899" y="348272"/>
            <a:ext cx="336208" cy="33620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5" name="Google Shape;275;p32"/>
          <p:cNvCxnSpPr/>
          <p:nvPr/>
        </p:nvCxnSpPr>
        <p:spPr>
          <a:xfrm>
            <a:off x="2474015" y="348272"/>
            <a:ext cx="0" cy="43980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76" name="Google Shape;276;p32"/>
          <p:cNvCxnSpPr/>
          <p:nvPr/>
        </p:nvCxnSpPr>
        <p:spPr>
          <a:xfrm>
            <a:off x="4574562" y="348272"/>
            <a:ext cx="0" cy="43980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77" name="Google Shape;277;p32"/>
          <p:cNvCxnSpPr/>
          <p:nvPr/>
        </p:nvCxnSpPr>
        <p:spPr>
          <a:xfrm>
            <a:off x="7707811" y="348272"/>
            <a:ext cx="0" cy="43980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78" name="Google Shape;278;p32"/>
          <p:cNvSpPr txBox="1"/>
          <p:nvPr/>
        </p:nvSpPr>
        <p:spPr>
          <a:xfrm>
            <a:off x="7807651" y="399208"/>
            <a:ext cx="5040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lang="ru" sz="1500" b="0" i="0" u="none" strike="noStrike" cap="non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500" b="0" i="0" u="none" strike="noStrike" cap="none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9" name="Google Shape;279;p32"/>
          <p:cNvCxnSpPr/>
          <p:nvPr/>
        </p:nvCxnSpPr>
        <p:spPr>
          <a:xfrm>
            <a:off x="8732901" y="348272"/>
            <a:ext cx="0" cy="43980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80" name="Google Shape;280;p32"/>
          <p:cNvSpPr txBox="1">
            <a:spLocks noGrp="1"/>
          </p:cNvSpPr>
          <p:nvPr>
            <p:ph type="body" idx="1"/>
          </p:nvPr>
        </p:nvSpPr>
        <p:spPr>
          <a:xfrm>
            <a:off x="857767" y="405678"/>
            <a:ext cx="1426500" cy="3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0" i="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0" i="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0" i="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0" i="0"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81" name="Google Shape;281;p32"/>
          <p:cNvSpPr txBox="1">
            <a:spLocks noGrp="1"/>
          </p:cNvSpPr>
          <p:nvPr>
            <p:ph type="body" idx="2"/>
          </p:nvPr>
        </p:nvSpPr>
        <p:spPr>
          <a:xfrm>
            <a:off x="2594372" y="411540"/>
            <a:ext cx="1552500" cy="3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8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8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8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8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8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82" name="Google Shape;282;p32"/>
          <p:cNvSpPr txBox="1">
            <a:spLocks noGrp="1"/>
          </p:cNvSpPr>
          <p:nvPr>
            <p:ph type="body" idx="3"/>
          </p:nvPr>
        </p:nvSpPr>
        <p:spPr>
          <a:xfrm>
            <a:off x="4694919" y="411540"/>
            <a:ext cx="1552500" cy="3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8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8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8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8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8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83" name="Google Shape;283;p32"/>
          <p:cNvSpPr txBox="1">
            <a:spLocks noGrp="1"/>
          </p:cNvSpPr>
          <p:nvPr>
            <p:ph type="title"/>
          </p:nvPr>
        </p:nvSpPr>
        <p:spPr>
          <a:xfrm>
            <a:off x="439424" y="1085843"/>
            <a:ext cx="3241800" cy="5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4" name="Google Shape;284;p32"/>
          <p:cNvSpPr txBox="1">
            <a:spLocks noGrp="1"/>
          </p:cNvSpPr>
          <p:nvPr>
            <p:ph type="body" idx="4"/>
          </p:nvPr>
        </p:nvSpPr>
        <p:spPr>
          <a:xfrm>
            <a:off x="439424" y="1784747"/>
            <a:ext cx="3241800" cy="179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34275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85" name="Google Shape;285;p32"/>
          <p:cNvSpPr txBox="1">
            <a:spLocks noGrp="1"/>
          </p:cNvSpPr>
          <p:nvPr>
            <p:ph type="body" idx="5"/>
          </p:nvPr>
        </p:nvSpPr>
        <p:spPr>
          <a:xfrm>
            <a:off x="439423" y="3887437"/>
            <a:ext cx="29508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34275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800"/>
              <a:buFont typeface="Arial"/>
              <a:buNone/>
              <a:defRPr sz="8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86" name="Google Shape;286;p32"/>
          <p:cNvSpPr>
            <a:spLocks noGrp="1"/>
          </p:cNvSpPr>
          <p:nvPr>
            <p:ph type="chart" idx="6"/>
          </p:nvPr>
        </p:nvSpPr>
        <p:spPr>
          <a:xfrm>
            <a:off x="3954073" y="1085843"/>
            <a:ext cx="4778700" cy="3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График_2">
  <p:cSld name="График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" name="Google Shape;288;p33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7899" y="348272"/>
            <a:ext cx="336208" cy="33620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9" name="Google Shape;289;p33"/>
          <p:cNvCxnSpPr/>
          <p:nvPr/>
        </p:nvCxnSpPr>
        <p:spPr>
          <a:xfrm>
            <a:off x="2474015" y="348272"/>
            <a:ext cx="0" cy="43980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90" name="Google Shape;290;p33"/>
          <p:cNvCxnSpPr/>
          <p:nvPr/>
        </p:nvCxnSpPr>
        <p:spPr>
          <a:xfrm>
            <a:off x="4574562" y="348272"/>
            <a:ext cx="0" cy="43980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91" name="Google Shape;291;p33"/>
          <p:cNvCxnSpPr/>
          <p:nvPr/>
        </p:nvCxnSpPr>
        <p:spPr>
          <a:xfrm>
            <a:off x="7707811" y="348272"/>
            <a:ext cx="0" cy="43980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92" name="Google Shape;292;p33"/>
          <p:cNvSpPr txBox="1"/>
          <p:nvPr/>
        </p:nvSpPr>
        <p:spPr>
          <a:xfrm>
            <a:off x="7807651" y="399208"/>
            <a:ext cx="5040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lang="ru" sz="1500" b="0" i="0" u="none" strike="noStrike" cap="non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500" b="0" i="0" u="none" strike="noStrike" cap="none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3" name="Google Shape;293;p33"/>
          <p:cNvCxnSpPr/>
          <p:nvPr/>
        </p:nvCxnSpPr>
        <p:spPr>
          <a:xfrm>
            <a:off x="8732901" y="348272"/>
            <a:ext cx="0" cy="43980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94" name="Google Shape;294;p33"/>
          <p:cNvSpPr txBox="1">
            <a:spLocks noGrp="1"/>
          </p:cNvSpPr>
          <p:nvPr>
            <p:ph type="body" idx="1"/>
          </p:nvPr>
        </p:nvSpPr>
        <p:spPr>
          <a:xfrm>
            <a:off x="857767" y="405678"/>
            <a:ext cx="1426500" cy="3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0" i="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0" i="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0" i="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0" i="0"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95" name="Google Shape;295;p33"/>
          <p:cNvSpPr txBox="1">
            <a:spLocks noGrp="1"/>
          </p:cNvSpPr>
          <p:nvPr>
            <p:ph type="body" idx="2"/>
          </p:nvPr>
        </p:nvSpPr>
        <p:spPr>
          <a:xfrm>
            <a:off x="2594372" y="411540"/>
            <a:ext cx="1552500" cy="3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8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8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8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8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8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96" name="Google Shape;296;p33"/>
          <p:cNvSpPr txBox="1">
            <a:spLocks noGrp="1"/>
          </p:cNvSpPr>
          <p:nvPr>
            <p:ph type="body" idx="3"/>
          </p:nvPr>
        </p:nvSpPr>
        <p:spPr>
          <a:xfrm>
            <a:off x="4694919" y="411540"/>
            <a:ext cx="1552500" cy="3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8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8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8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8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8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97" name="Google Shape;297;p33"/>
          <p:cNvSpPr txBox="1">
            <a:spLocks noGrp="1"/>
          </p:cNvSpPr>
          <p:nvPr>
            <p:ph type="body" idx="4"/>
          </p:nvPr>
        </p:nvSpPr>
        <p:spPr>
          <a:xfrm>
            <a:off x="439423" y="3887437"/>
            <a:ext cx="29508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34275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800"/>
              <a:buFont typeface="Arial"/>
              <a:buNone/>
              <a:defRPr sz="8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98" name="Google Shape;298;p33"/>
          <p:cNvSpPr>
            <a:spLocks noGrp="1"/>
          </p:cNvSpPr>
          <p:nvPr>
            <p:ph type="chart" idx="5"/>
          </p:nvPr>
        </p:nvSpPr>
        <p:spPr>
          <a:xfrm>
            <a:off x="3954073" y="1085843"/>
            <a:ext cx="4778700" cy="3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99" name="Google Shape;299;p33"/>
          <p:cNvSpPr txBox="1">
            <a:spLocks noGrp="1"/>
          </p:cNvSpPr>
          <p:nvPr>
            <p:ph type="body" idx="6"/>
          </p:nvPr>
        </p:nvSpPr>
        <p:spPr>
          <a:xfrm>
            <a:off x="439341" y="1085298"/>
            <a:ext cx="3242100" cy="5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200"/>
              <a:buNone/>
              <a:defRPr sz="12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0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1200"/>
              <a:buChar char="•"/>
              <a:defRPr sz="12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0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1200"/>
              <a:buChar char="•"/>
              <a:defRPr sz="12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30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1200"/>
              <a:buChar char="•"/>
              <a:defRPr sz="12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30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1200"/>
              <a:buChar char="•"/>
              <a:defRPr sz="12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00" name="Google Shape;300;p33"/>
          <p:cNvSpPr txBox="1">
            <a:spLocks noGrp="1"/>
          </p:cNvSpPr>
          <p:nvPr>
            <p:ph type="body" idx="7"/>
          </p:nvPr>
        </p:nvSpPr>
        <p:spPr>
          <a:xfrm>
            <a:off x="439424" y="1784747"/>
            <a:ext cx="3241800" cy="179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34275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Цифры">
  <p:cSld name="Цифры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2" name="Google Shape;302;p34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7899" y="348272"/>
            <a:ext cx="336208" cy="33620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3" name="Google Shape;303;p34"/>
          <p:cNvCxnSpPr/>
          <p:nvPr/>
        </p:nvCxnSpPr>
        <p:spPr>
          <a:xfrm>
            <a:off x="2474015" y="348272"/>
            <a:ext cx="0" cy="43980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04" name="Google Shape;304;p34"/>
          <p:cNvCxnSpPr/>
          <p:nvPr/>
        </p:nvCxnSpPr>
        <p:spPr>
          <a:xfrm>
            <a:off x="4574562" y="348272"/>
            <a:ext cx="0" cy="43980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05" name="Google Shape;305;p34"/>
          <p:cNvCxnSpPr/>
          <p:nvPr/>
        </p:nvCxnSpPr>
        <p:spPr>
          <a:xfrm>
            <a:off x="7707811" y="348272"/>
            <a:ext cx="0" cy="43980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06" name="Google Shape;306;p34"/>
          <p:cNvSpPr txBox="1"/>
          <p:nvPr/>
        </p:nvSpPr>
        <p:spPr>
          <a:xfrm>
            <a:off x="7807651" y="399208"/>
            <a:ext cx="5040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lang="ru" sz="1500" b="0" i="0" u="none" strike="noStrike" cap="non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500" b="0" i="0" u="none" strike="noStrike" cap="none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7" name="Google Shape;307;p34"/>
          <p:cNvCxnSpPr/>
          <p:nvPr/>
        </p:nvCxnSpPr>
        <p:spPr>
          <a:xfrm>
            <a:off x="8732901" y="348272"/>
            <a:ext cx="0" cy="43980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08" name="Google Shape;308;p34"/>
          <p:cNvSpPr txBox="1">
            <a:spLocks noGrp="1"/>
          </p:cNvSpPr>
          <p:nvPr>
            <p:ph type="body" idx="1"/>
          </p:nvPr>
        </p:nvSpPr>
        <p:spPr>
          <a:xfrm>
            <a:off x="857767" y="405678"/>
            <a:ext cx="1426500" cy="3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0" i="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0" i="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0" i="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0" i="0"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09" name="Google Shape;309;p34"/>
          <p:cNvSpPr txBox="1">
            <a:spLocks noGrp="1"/>
          </p:cNvSpPr>
          <p:nvPr>
            <p:ph type="body" idx="2"/>
          </p:nvPr>
        </p:nvSpPr>
        <p:spPr>
          <a:xfrm>
            <a:off x="2594372" y="411540"/>
            <a:ext cx="1552500" cy="3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8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8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8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8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8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10" name="Google Shape;310;p34"/>
          <p:cNvSpPr txBox="1">
            <a:spLocks noGrp="1"/>
          </p:cNvSpPr>
          <p:nvPr>
            <p:ph type="body" idx="3"/>
          </p:nvPr>
        </p:nvSpPr>
        <p:spPr>
          <a:xfrm>
            <a:off x="4694919" y="411540"/>
            <a:ext cx="1552500" cy="3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8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8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8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8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8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11" name="Google Shape;311;p34"/>
          <p:cNvSpPr txBox="1">
            <a:spLocks noGrp="1"/>
          </p:cNvSpPr>
          <p:nvPr>
            <p:ph type="title"/>
          </p:nvPr>
        </p:nvSpPr>
        <p:spPr>
          <a:xfrm>
            <a:off x="439423" y="1085843"/>
            <a:ext cx="8293500" cy="5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2" name="Google Shape;312;p34"/>
          <p:cNvSpPr txBox="1">
            <a:spLocks noGrp="1"/>
          </p:cNvSpPr>
          <p:nvPr>
            <p:ph type="body" idx="4"/>
          </p:nvPr>
        </p:nvSpPr>
        <p:spPr>
          <a:xfrm>
            <a:off x="431307" y="3077996"/>
            <a:ext cx="2068500" cy="11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34275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13" name="Google Shape;313;p34"/>
          <p:cNvSpPr txBox="1">
            <a:spLocks noGrp="1"/>
          </p:cNvSpPr>
          <p:nvPr>
            <p:ph type="body" idx="5"/>
          </p:nvPr>
        </p:nvSpPr>
        <p:spPr>
          <a:xfrm>
            <a:off x="3035255" y="3077996"/>
            <a:ext cx="2068200" cy="11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34275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14" name="Google Shape;314;p34"/>
          <p:cNvSpPr txBox="1">
            <a:spLocks noGrp="1"/>
          </p:cNvSpPr>
          <p:nvPr>
            <p:ph type="body" idx="6"/>
          </p:nvPr>
        </p:nvSpPr>
        <p:spPr>
          <a:xfrm>
            <a:off x="5639204" y="3077996"/>
            <a:ext cx="2068200" cy="11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34275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15" name="Google Shape;315;p34"/>
          <p:cNvSpPr txBox="1">
            <a:spLocks noGrp="1"/>
          </p:cNvSpPr>
          <p:nvPr>
            <p:ph type="body" idx="7"/>
          </p:nvPr>
        </p:nvSpPr>
        <p:spPr>
          <a:xfrm>
            <a:off x="431307" y="2032676"/>
            <a:ext cx="2068500" cy="8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>
                <a:latin typeface="Arial"/>
                <a:ea typeface="Arial"/>
                <a:cs typeface="Arial"/>
                <a:sym typeface="Arial"/>
              </a:defRPr>
            </a:lvl1pPr>
            <a:lvl2pPr marL="914400" lvl="1" indent="-685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200"/>
              <a:buChar char="•"/>
              <a:defRPr sz="7200">
                <a:latin typeface="Arial"/>
                <a:ea typeface="Arial"/>
                <a:cs typeface="Arial"/>
                <a:sym typeface="Arial"/>
              </a:defRPr>
            </a:lvl2pPr>
            <a:lvl3pPr marL="1371600" lvl="2" indent="-685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200"/>
              <a:buChar char="•"/>
              <a:defRPr sz="7200">
                <a:latin typeface="Arial"/>
                <a:ea typeface="Arial"/>
                <a:cs typeface="Arial"/>
                <a:sym typeface="Arial"/>
              </a:defRPr>
            </a:lvl3pPr>
            <a:lvl4pPr marL="1828800" lvl="3" indent="-685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200"/>
              <a:buChar char="•"/>
              <a:defRPr sz="7200">
                <a:latin typeface="Arial"/>
                <a:ea typeface="Arial"/>
                <a:cs typeface="Arial"/>
                <a:sym typeface="Arial"/>
              </a:defRPr>
            </a:lvl4pPr>
            <a:lvl5pPr marL="2286000" lvl="4" indent="-685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200"/>
              <a:buChar char="•"/>
              <a:defRPr sz="7200"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16" name="Google Shape;316;p34"/>
          <p:cNvSpPr txBox="1">
            <a:spLocks noGrp="1"/>
          </p:cNvSpPr>
          <p:nvPr>
            <p:ph type="body" idx="8"/>
          </p:nvPr>
        </p:nvSpPr>
        <p:spPr>
          <a:xfrm>
            <a:off x="3035255" y="2032676"/>
            <a:ext cx="2068500" cy="8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>
                <a:latin typeface="Arial"/>
                <a:ea typeface="Arial"/>
                <a:cs typeface="Arial"/>
                <a:sym typeface="Arial"/>
              </a:defRPr>
            </a:lvl1pPr>
            <a:lvl2pPr marL="914400" lvl="1" indent="-685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200"/>
              <a:buChar char="•"/>
              <a:defRPr sz="7200">
                <a:latin typeface="Arial"/>
                <a:ea typeface="Arial"/>
                <a:cs typeface="Arial"/>
                <a:sym typeface="Arial"/>
              </a:defRPr>
            </a:lvl2pPr>
            <a:lvl3pPr marL="1371600" lvl="2" indent="-685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200"/>
              <a:buChar char="•"/>
              <a:defRPr sz="7200">
                <a:latin typeface="Arial"/>
                <a:ea typeface="Arial"/>
                <a:cs typeface="Arial"/>
                <a:sym typeface="Arial"/>
              </a:defRPr>
            </a:lvl3pPr>
            <a:lvl4pPr marL="1828800" lvl="3" indent="-685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200"/>
              <a:buChar char="•"/>
              <a:defRPr sz="7200">
                <a:latin typeface="Arial"/>
                <a:ea typeface="Arial"/>
                <a:cs typeface="Arial"/>
                <a:sym typeface="Arial"/>
              </a:defRPr>
            </a:lvl4pPr>
            <a:lvl5pPr marL="2286000" lvl="4" indent="-685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200"/>
              <a:buChar char="•"/>
              <a:defRPr sz="7200"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17" name="Google Shape;317;p34"/>
          <p:cNvSpPr txBox="1">
            <a:spLocks noGrp="1"/>
          </p:cNvSpPr>
          <p:nvPr>
            <p:ph type="body" idx="9"/>
          </p:nvPr>
        </p:nvSpPr>
        <p:spPr>
          <a:xfrm>
            <a:off x="5639204" y="2032676"/>
            <a:ext cx="2068500" cy="8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>
                <a:latin typeface="Arial"/>
                <a:ea typeface="Arial"/>
                <a:cs typeface="Arial"/>
                <a:sym typeface="Arial"/>
              </a:defRPr>
            </a:lvl1pPr>
            <a:lvl2pPr marL="914400" lvl="1" indent="-685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200"/>
              <a:buChar char="•"/>
              <a:defRPr sz="7200">
                <a:latin typeface="Arial"/>
                <a:ea typeface="Arial"/>
                <a:cs typeface="Arial"/>
                <a:sym typeface="Arial"/>
              </a:defRPr>
            </a:lvl2pPr>
            <a:lvl3pPr marL="1371600" lvl="2" indent="-685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200"/>
              <a:buChar char="•"/>
              <a:defRPr sz="7200">
                <a:latin typeface="Arial"/>
                <a:ea typeface="Arial"/>
                <a:cs typeface="Arial"/>
                <a:sym typeface="Arial"/>
              </a:defRPr>
            </a:lvl3pPr>
            <a:lvl4pPr marL="1828800" lvl="3" indent="-685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200"/>
              <a:buChar char="•"/>
              <a:defRPr sz="7200">
                <a:latin typeface="Arial"/>
                <a:ea typeface="Arial"/>
                <a:cs typeface="Arial"/>
                <a:sym typeface="Arial"/>
              </a:defRPr>
            </a:lvl4pPr>
            <a:lvl5pPr marL="2286000" lvl="4" indent="-685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200"/>
              <a:buChar char="•"/>
              <a:defRPr sz="7200"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аблица_1">
  <p:cSld name="Таблица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9" name="Google Shape;319;p35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7899" y="348272"/>
            <a:ext cx="336208" cy="33620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0" name="Google Shape;320;p35"/>
          <p:cNvCxnSpPr/>
          <p:nvPr/>
        </p:nvCxnSpPr>
        <p:spPr>
          <a:xfrm>
            <a:off x="2474015" y="348272"/>
            <a:ext cx="0" cy="43980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21" name="Google Shape;321;p35"/>
          <p:cNvCxnSpPr/>
          <p:nvPr/>
        </p:nvCxnSpPr>
        <p:spPr>
          <a:xfrm>
            <a:off x="4574562" y="348272"/>
            <a:ext cx="0" cy="43980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22" name="Google Shape;322;p35"/>
          <p:cNvCxnSpPr/>
          <p:nvPr/>
        </p:nvCxnSpPr>
        <p:spPr>
          <a:xfrm>
            <a:off x="7707811" y="348272"/>
            <a:ext cx="0" cy="43980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23" name="Google Shape;323;p35"/>
          <p:cNvSpPr txBox="1"/>
          <p:nvPr/>
        </p:nvSpPr>
        <p:spPr>
          <a:xfrm>
            <a:off x="7807651" y="399208"/>
            <a:ext cx="5040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lang="ru" sz="1500" b="0" i="0" u="none" strike="noStrike" cap="non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500" b="0" i="0" u="none" strike="noStrike" cap="none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4" name="Google Shape;324;p35"/>
          <p:cNvCxnSpPr/>
          <p:nvPr/>
        </p:nvCxnSpPr>
        <p:spPr>
          <a:xfrm>
            <a:off x="8732901" y="348272"/>
            <a:ext cx="0" cy="43980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25" name="Google Shape;325;p35"/>
          <p:cNvSpPr txBox="1">
            <a:spLocks noGrp="1"/>
          </p:cNvSpPr>
          <p:nvPr>
            <p:ph type="body" idx="1"/>
          </p:nvPr>
        </p:nvSpPr>
        <p:spPr>
          <a:xfrm>
            <a:off x="857767" y="405678"/>
            <a:ext cx="1426500" cy="3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0" i="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0" i="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0" i="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0" i="0"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6" name="Google Shape;326;p35"/>
          <p:cNvSpPr txBox="1">
            <a:spLocks noGrp="1"/>
          </p:cNvSpPr>
          <p:nvPr>
            <p:ph type="body" idx="2"/>
          </p:nvPr>
        </p:nvSpPr>
        <p:spPr>
          <a:xfrm>
            <a:off x="2594372" y="411540"/>
            <a:ext cx="1552500" cy="3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8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8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8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8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8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7" name="Google Shape;327;p35"/>
          <p:cNvSpPr txBox="1">
            <a:spLocks noGrp="1"/>
          </p:cNvSpPr>
          <p:nvPr>
            <p:ph type="body" idx="3"/>
          </p:nvPr>
        </p:nvSpPr>
        <p:spPr>
          <a:xfrm>
            <a:off x="4694919" y="411540"/>
            <a:ext cx="1552500" cy="3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8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8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8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8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8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8" name="Google Shape;328;p35"/>
          <p:cNvSpPr txBox="1">
            <a:spLocks noGrp="1"/>
          </p:cNvSpPr>
          <p:nvPr>
            <p:ph type="body" idx="4"/>
          </p:nvPr>
        </p:nvSpPr>
        <p:spPr>
          <a:xfrm>
            <a:off x="439340" y="1085299"/>
            <a:ext cx="82935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200"/>
              <a:buNone/>
              <a:defRPr sz="12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0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1200"/>
              <a:buChar char="•"/>
              <a:defRPr sz="12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0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1200"/>
              <a:buChar char="•"/>
              <a:defRPr sz="12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30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1200"/>
              <a:buChar char="•"/>
              <a:defRPr sz="12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30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1200"/>
              <a:buChar char="•"/>
              <a:defRPr sz="12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9" name="Google Shape;329;p35"/>
          <p:cNvSpPr txBox="1">
            <a:spLocks noGrp="1"/>
          </p:cNvSpPr>
          <p:nvPr>
            <p:ph type="body" idx="5"/>
          </p:nvPr>
        </p:nvSpPr>
        <p:spPr>
          <a:xfrm>
            <a:off x="439341" y="4304392"/>
            <a:ext cx="5118300" cy="5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921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1000"/>
              <a:buChar char="•"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921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1000"/>
              <a:buChar char="•"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921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1000"/>
              <a:buChar char="•"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921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1000"/>
              <a:buChar char="•"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аблица_2">
  <p:cSld name="Таблица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1" name="Google Shape;331;p36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7899" y="348272"/>
            <a:ext cx="336208" cy="33620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32" name="Google Shape;332;p36"/>
          <p:cNvCxnSpPr/>
          <p:nvPr/>
        </p:nvCxnSpPr>
        <p:spPr>
          <a:xfrm>
            <a:off x="2474015" y="348272"/>
            <a:ext cx="0" cy="43980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33" name="Google Shape;333;p36"/>
          <p:cNvCxnSpPr/>
          <p:nvPr/>
        </p:nvCxnSpPr>
        <p:spPr>
          <a:xfrm>
            <a:off x="4574562" y="348272"/>
            <a:ext cx="0" cy="43980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34" name="Google Shape;334;p36"/>
          <p:cNvCxnSpPr/>
          <p:nvPr/>
        </p:nvCxnSpPr>
        <p:spPr>
          <a:xfrm>
            <a:off x="7707811" y="348272"/>
            <a:ext cx="0" cy="43980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35" name="Google Shape;335;p36"/>
          <p:cNvSpPr txBox="1"/>
          <p:nvPr/>
        </p:nvSpPr>
        <p:spPr>
          <a:xfrm>
            <a:off x="7807651" y="399208"/>
            <a:ext cx="5040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lang="ru" sz="1500" b="0" i="0" u="none" strike="noStrike" cap="non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500" b="0" i="0" u="none" strike="noStrike" cap="none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6" name="Google Shape;336;p36"/>
          <p:cNvCxnSpPr/>
          <p:nvPr/>
        </p:nvCxnSpPr>
        <p:spPr>
          <a:xfrm>
            <a:off x="8732901" y="348272"/>
            <a:ext cx="0" cy="43980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37" name="Google Shape;337;p36"/>
          <p:cNvSpPr txBox="1">
            <a:spLocks noGrp="1"/>
          </p:cNvSpPr>
          <p:nvPr>
            <p:ph type="body" idx="1"/>
          </p:nvPr>
        </p:nvSpPr>
        <p:spPr>
          <a:xfrm>
            <a:off x="857767" y="405678"/>
            <a:ext cx="1426500" cy="3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0" i="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0" i="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0" i="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0" i="0"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8" name="Google Shape;338;p36"/>
          <p:cNvSpPr txBox="1">
            <a:spLocks noGrp="1"/>
          </p:cNvSpPr>
          <p:nvPr>
            <p:ph type="body" idx="2"/>
          </p:nvPr>
        </p:nvSpPr>
        <p:spPr>
          <a:xfrm>
            <a:off x="2594372" y="411540"/>
            <a:ext cx="1552500" cy="3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8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8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8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8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8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9" name="Google Shape;339;p36"/>
          <p:cNvSpPr txBox="1">
            <a:spLocks noGrp="1"/>
          </p:cNvSpPr>
          <p:nvPr>
            <p:ph type="body" idx="3"/>
          </p:nvPr>
        </p:nvSpPr>
        <p:spPr>
          <a:xfrm>
            <a:off x="4694919" y="411540"/>
            <a:ext cx="1552500" cy="3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8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8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8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8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8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40" name="Google Shape;340;p36"/>
          <p:cNvSpPr txBox="1">
            <a:spLocks noGrp="1"/>
          </p:cNvSpPr>
          <p:nvPr>
            <p:ph type="body" idx="4"/>
          </p:nvPr>
        </p:nvSpPr>
        <p:spPr>
          <a:xfrm>
            <a:off x="439340" y="1085298"/>
            <a:ext cx="5713500" cy="4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200"/>
              <a:buNone/>
              <a:defRPr sz="12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0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1200"/>
              <a:buChar char="•"/>
              <a:defRPr sz="12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0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1200"/>
              <a:buChar char="•"/>
              <a:defRPr sz="12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30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1200"/>
              <a:buChar char="•"/>
              <a:defRPr sz="12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30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1200"/>
              <a:buChar char="•"/>
              <a:defRPr sz="12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41" name="Google Shape;341;p36"/>
          <p:cNvSpPr txBox="1">
            <a:spLocks noGrp="1"/>
          </p:cNvSpPr>
          <p:nvPr>
            <p:ph type="body" idx="5"/>
          </p:nvPr>
        </p:nvSpPr>
        <p:spPr>
          <a:xfrm>
            <a:off x="439341" y="4304392"/>
            <a:ext cx="5118300" cy="5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921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1000"/>
              <a:buChar char="•"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921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1000"/>
              <a:buChar char="•"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921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1000"/>
              <a:buChar char="•"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921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1000"/>
              <a:buChar char="•"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42" name="Google Shape;342;p36"/>
          <p:cNvSpPr txBox="1">
            <a:spLocks noGrp="1"/>
          </p:cNvSpPr>
          <p:nvPr>
            <p:ph type="body" idx="6"/>
          </p:nvPr>
        </p:nvSpPr>
        <p:spPr>
          <a:xfrm>
            <a:off x="6515105" y="1656272"/>
            <a:ext cx="2198100" cy="192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34275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чистый_2">
  <p:cSld name="чистый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" name="Google Shape;344;p37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7899" y="348272"/>
            <a:ext cx="336208" cy="33620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45" name="Google Shape;345;p37"/>
          <p:cNvCxnSpPr/>
          <p:nvPr/>
        </p:nvCxnSpPr>
        <p:spPr>
          <a:xfrm>
            <a:off x="2474015" y="348272"/>
            <a:ext cx="0" cy="43980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46" name="Google Shape;346;p37"/>
          <p:cNvCxnSpPr/>
          <p:nvPr/>
        </p:nvCxnSpPr>
        <p:spPr>
          <a:xfrm>
            <a:off x="4574562" y="348272"/>
            <a:ext cx="0" cy="43980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47" name="Google Shape;347;p37"/>
          <p:cNvCxnSpPr/>
          <p:nvPr/>
        </p:nvCxnSpPr>
        <p:spPr>
          <a:xfrm>
            <a:off x="7707811" y="348272"/>
            <a:ext cx="0" cy="43980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48" name="Google Shape;348;p37"/>
          <p:cNvSpPr txBox="1"/>
          <p:nvPr/>
        </p:nvSpPr>
        <p:spPr>
          <a:xfrm>
            <a:off x="7807651" y="399208"/>
            <a:ext cx="5040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lang="ru" sz="1500" b="0" i="0" u="none" strike="noStrike" cap="non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500" b="0" i="0" u="none" strike="noStrike" cap="none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9" name="Google Shape;349;p37"/>
          <p:cNvCxnSpPr/>
          <p:nvPr/>
        </p:nvCxnSpPr>
        <p:spPr>
          <a:xfrm>
            <a:off x="8732901" y="348272"/>
            <a:ext cx="0" cy="43980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50" name="Google Shape;350;p37"/>
          <p:cNvSpPr txBox="1">
            <a:spLocks noGrp="1"/>
          </p:cNvSpPr>
          <p:nvPr>
            <p:ph type="body" idx="1"/>
          </p:nvPr>
        </p:nvSpPr>
        <p:spPr>
          <a:xfrm>
            <a:off x="857767" y="405678"/>
            <a:ext cx="1426500" cy="3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0" i="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0" i="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0" i="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0" i="0"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51" name="Google Shape;351;p37"/>
          <p:cNvSpPr txBox="1">
            <a:spLocks noGrp="1"/>
          </p:cNvSpPr>
          <p:nvPr>
            <p:ph type="body" idx="2"/>
          </p:nvPr>
        </p:nvSpPr>
        <p:spPr>
          <a:xfrm>
            <a:off x="2594372" y="411540"/>
            <a:ext cx="1552500" cy="3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8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8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8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8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8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52" name="Google Shape;352;p37"/>
          <p:cNvSpPr txBox="1">
            <a:spLocks noGrp="1"/>
          </p:cNvSpPr>
          <p:nvPr>
            <p:ph type="body" idx="3"/>
          </p:nvPr>
        </p:nvSpPr>
        <p:spPr>
          <a:xfrm>
            <a:off x="4694919" y="411540"/>
            <a:ext cx="1552500" cy="3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8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8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8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8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8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цвет">
  <p:cSld name="цвет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4" name="Google Shape;354;p38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7899" y="348272"/>
            <a:ext cx="336208" cy="33620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55" name="Google Shape;355;p38"/>
          <p:cNvCxnSpPr/>
          <p:nvPr/>
        </p:nvCxnSpPr>
        <p:spPr>
          <a:xfrm>
            <a:off x="2474015" y="348272"/>
            <a:ext cx="0" cy="43980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56" name="Google Shape;356;p38"/>
          <p:cNvCxnSpPr/>
          <p:nvPr/>
        </p:nvCxnSpPr>
        <p:spPr>
          <a:xfrm>
            <a:off x="4574562" y="348272"/>
            <a:ext cx="0" cy="43980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57" name="Google Shape;357;p38"/>
          <p:cNvCxnSpPr/>
          <p:nvPr/>
        </p:nvCxnSpPr>
        <p:spPr>
          <a:xfrm>
            <a:off x="7707811" y="348272"/>
            <a:ext cx="0" cy="43980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58" name="Google Shape;358;p38"/>
          <p:cNvSpPr txBox="1"/>
          <p:nvPr/>
        </p:nvSpPr>
        <p:spPr>
          <a:xfrm>
            <a:off x="7807651" y="399208"/>
            <a:ext cx="5040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lang="ru" sz="1500" b="0" i="0" u="none" strike="noStrike" cap="non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500" b="0" i="0" u="none" strike="noStrike" cap="none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9" name="Google Shape;359;p38"/>
          <p:cNvCxnSpPr/>
          <p:nvPr/>
        </p:nvCxnSpPr>
        <p:spPr>
          <a:xfrm>
            <a:off x="8732901" y="348272"/>
            <a:ext cx="0" cy="43980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60" name="Google Shape;360;p38"/>
          <p:cNvSpPr txBox="1">
            <a:spLocks noGrp="1"/>
          </p:cNvSpPr>
          <p:nvPr>
            <p:ph type="body" idx="1"/>
          </p:nvPr>
        </p:nvSpPr>
        <p:spPr>
          <a:xfrm>
            <a:off x="857767" y="405678"/>
            <a:ext cx="1426500" cy="3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0" i="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0" i="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0" i="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0" i="0"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61" name="Google Shape;361;p38"/>
          <p:cNvSpPr txBox="1">
            <a:spLocks noGrp="1"/>
          </p:cNvSpPr>
          <p:nvPr>
            <p:ph type="body" idx="2"/>
          </p:nvPr>
        </p:nvSpPr>
        <p:spPr>
          <a:xfrm>
            <a:off x="2594372" y="411540"/>
            <a:ext cx="1552500" cy="3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8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8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8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8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8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62" name="Google Shape;362;p38"/>
          <p:cNvSpPr txBox="1">
            <a:spLocks noGrp="1"/>
          </p:cNvSpPr>
          <p:nvPr>
            <p:ph type="body" idx="3"/>
          </p:nvPr>
        </p:nvSpPr>
        <p:spPr>
          <a:xfrm>
            <a:off x="4694919" y="411540"/>
            <a:ext cx="1552500" cy="3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8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8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8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8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8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63" name="Google Shape;363;p38"/>
          <p:cNvSpPr txBox="1">
            <a:spLocks noGrp="1"/>
          </p:cNvSpPr>
          <p:nvPr>
            <p:ph type="title"/>
          </p:nvPr>
        </p:nvSpPr>
        <p:spPr>
          <a:xfrm>
            <a:off x="439424" y="1085843"/>
            <a:ext cx="3241800" cy="5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64" name="Google Shape;364;p38"/>
          <p:cNvSpPr txBox="1">
            <a:spLocks noGrp="1"/>
          </p:cNvSpPr>
          <p:nvPr>
            <p:ph type="body" idx="4"/>
          </p:nvPr>
        </p:nvSpPr>
        <p:spPr>
          <a:xfrm>
            <a:off x="439424" y="1784747"/>
            <a:ext cx="3241800" cy="179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34275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65" name="Google Shape;365;p38"/>
          <p:cNvSpPr/>
          <p:nvPr/>
        </p:nvSpPr>
        <p:spPr>
          <a:xfrm>
            <a:off x="4044736" y="1085843"/>
            <a:ext cx="623100" cy="623100"/>
          </a:xfrm>
          <a:prstGeom prst="ellipse">
            <a:avLst/>
          </a:prstGeom>
          <a:solidFill>
            <a:srgbClr val="0E2D6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38"/>
          <p:cNvSpPr/>
          <p:nvPr/>
        </p:nvSpPr>
        <p:spPr>
          <a:xfrm>
            <a:off x="5057194" y="1085843"/>
            <a:ext cx="623100" cy="623100"/>
          </a:xfrm>
          <a:prstGeom prst="ellipse">
            <a:avLst/>
          </a:prstGeom>
          <a:solidFill>
            <a:srgbClr val="234A9B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38"/>
          <p:cNvSpPr/>
          <p:nvPr/>
        </p:nvSpPr>
        <p:spPr>
          <a:xfrm>
            <a:off x="6069651" y="1085843"/>
            <a:ext cx="623100" cy="623100"/>
          </a:xfrm>
          <a:prstGeom prst="ellipse">
            <a:avLst/>
          </a:prstGeom>
          <a:solidFill>
            <a:srgbClr val="11A0D7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38"/>
          <p:cNvSpPr/>
          <p:nvPr/>
        </p:nvSpPr>
        <p:spPr>
          <a:xfrm>
            <a:off x="7082108" y="1085843"/>
            <a:ext cx="623100" cy="623100"/>
          </a:xfrm>
          <a:prstGeom prst="ellipse">
            <a:avLst/>
          </a:prstGeom>
          <a:solidFill>
            <a:srgbClr val="029C63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38"/>
          <p:cNvSpPr/>
          <p:nvPr/>
        </p:nvSpPr>
        <p:spPr>
          <a:xfrm>
            <a:off x="8094566" y="1085843"/>
            <a:ext cx="623100" cy="623100"/>
          </a:xfrm>
          <a:prstGeom prst="ellipse">
            <a:avLst/>
          </a:prstGeom>
          <a:solidFill>
            <a:srgbClr val="EB681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38"/>
          <p:cNvSpPr/>
          <p:nvPr/>
        </p:nvSpPr>
        <p:spPr>
          <a:xfrm>
            <a:off x="4044736" y="2031524"/>
            <a:ext cx="623100" cy="623100"/>
          </a:xfrm>
          <a:prstGeom prst="ellipse">
            <a:avLst/>
          </a:prstGeom>
          <a:solidFill>
            <a:srgbClr val="7D4EBA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38"/>
          <p:cNvSpPr/>
          <p:nvPr/>
        </p:nvSpPr>
        <p:spPr>
          <a:xfrm>
            <a:off x="5057194" y="2031524"/>
            <a:ext cx="623100" cy="623100"/>
          </a:xfrm>
          <a:prstGeom prst="ellipse">
            <a:avLst/>
          </a:prstGeom>
          <a:solidFill>
            <a:srgbClr val="E61F3D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38"/>
          <p:cNvSpPr/>
          <p:nvPr/>
        </p:nvSpPr>
        <p:spPr>
          <a:xfrm>
            <a:off x="6069651" y="2031524"/>
            <a:ext cx="623100" cy="623100"/>
          </a:xfrm>
          <a:prstGeom prst="ellipse">
            <a:avLst/>
          </a:prstGeom>
          <a:solidFill>
            <a:srgbClr val="FBBA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38"/>
          <p:cNvSpPr/>
          <p:nvPr/>
        </p:nvSpPr>
        <p:spPr>
          <a:xfrm>
            <a:off x="7082108" y="2031524"/>
            <a:ext cx="623100" cy="623100"/>
          </a:xfrm>
          <a:prstGeom prst="ellipse">
            <a:avLst/>
          </a:prstGeom>
          <a:solidFill>
            <a:srgbClr val="7DA0D3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38"/>
          <p:cNvSpPr/>
          <p:nvPr/>
        </p:nvSpPr>
        <p:spPr>
          <a:xfrm>
            <a:off x="8094566" y="2031524"/>
            <a:ext cx="623100" cy="623100"/>
          </a:xfrm>
          <a:prstGeom prst="ellipse">
            <a:avLst/>
          </a:prstGeom>
          <a:solidFill>
            <a:srgbClr val="47A0A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38"/>
          <p:cNvSpPr/>
          <p:nvPr/>
        </p:nvSpPr>
        <p:spPr>
          <a:xfrm>
            <a:off x="4044736" y="2977207"/>
            <a:ext cx="623100" cy="623100"/>
          </a:xfrm>
          <a:prstGeom prst="ellipse">
            <a:avLst/>
          </a:prstGeom>
          <a:solidFill>
            <a:srgbClr val="EB8C3C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38"/>
          <p:cNvSpPr/>
          <p:nvPr/>
        </p:nvSpPr>
        <p:spPr>
          <a:xfrm>
            <a:off x="5057194" y="2977207"/>
            <a:ext cx="623100" cy="623100"/>
          </a:xfrm>
          <a:prstGeom prst="ellipse">
            <a:avLst/>
          </a:prstGeom>
          <a:solidFill>
            <a:srgbClr val="96628C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38"/>
          <p:cNvSpPr/>
          <p:nvPr/>
        </p:nvSpPr>
        <p:spPr>
          <a:xfrm>
            <a:off x="6069651" y="2977207"/>
            <a:ext cx="623100" cy="623100"/>
          </a:xfrm>
          <a:prstGeom prst="ellipse">
            <a:avLst/>
          </a:prstGeom>
          <a:solidFill>
            <a:srgbClr val="CD5A5A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38"/>
          <p:cNvSpPr/>
          <p:nvPr/>
        </p:nvSpPr>
        <p:spPr>
          <a:xfrm>
            <a:off x="7082108" y="2977207"/>
            <a:ext cx="623100" cy="623100"/>
          </a:xfrm>
          <a:prstGeom prst="ellipse">
            <a:avLst/>
          </a:prstGeom>
          <a:solidFill>
            <a:srgbClr val="FFD74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38"/>
          <p:cNvSpPr/>
          <p:nvPr/>
        </p:nvSpPr>
        <p:spPr>
          <a:xfrm>
            <a:off x="8094566" y="2977207"/>
            <a:ext cx="623100" cy="623100"/>
          </a:xfrm>
          <a:prstGeom prst="ellipse">
            <a:avLst/>
          </a:prstGeom>
          <a:solidFill>
            <a:srgbClr val="CDDDF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38"/>
          <p:cNvSpPr/>
          <p:nvPr/>
        </p:nvSpPr>
        <p:spPr>
          <a:xfrm>
            <a:off x="4044736" y="3937327"/>
            <a:ext cx="623100" cy="623100"/>
          </a:xfrm>
          <a:prstGeom prst="ellipse">
            <a:avLst/>
          </a:prstGeom>
          <a:solidFill>
            <a:srgbClr val="D7EBB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38"/>
          <p:cNvSpPr/>
          <p:nvPr/>
        </p:nvSpPr>
        <p:spPr>
          <a:xfrm>
            <a:off x="5057194" y="3937327"/>
            <a:ext cx="623100" cy="623100"/>
          </a:xfrm>
          <a:prstGeom prst="ellipse">
            <a:avLst/>
          </a:prstGeom>
          <a:solidFill>
            <a:srgbClr val="FFDC9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38"/>
          <p:cNvSpPr/>
          <p:nvPr/>
        </p:nvSpPr>
        <p:spPr>
          <a:xfrm>
            <a:off x="6069651" y="3937327"/>
            <a:ext cx="623100" cy="623100"/>
          </a:xfrm>
          <a:prstGeom prst="ellipse">
            <a:avLst/>
          </a:prstGeom>
          <a:solidFill>
            <a:srgbClr val="D7C3F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38"/>
          <p:cNvSpPr/>
          <p:nvPr/>
        </p:nvSpPr>
        <p:spPr>
          <a:xfrm>
            <a:off x="7082108" y="3937327"/>
            <a:ext cx="623100" cy="623100"/>
          </a:xfrm>
          <a:prstGeom prst="ellipse">
            <a:avLst/>
          </a:prstGeom>
          <a:solidFill>
            <a:srgbClr val="F6C3C3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38"/>
          <p:cNvSpPr/>
          <p:nvPr/>
        </p:nvSpPr>
        <p:spPr>
          <a:xfrm>
            <a:off x="8094566" y="3937327"/>
            <a:ext cx="623100" cy="623100"/>
          </a:xfrm>
          <a:prstGeom prst="ellipse">
            <a:avLst/>
          </a:prstGeom>
          <a:solidFill>
            <a:srgbClr val="FFF07D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6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7" name="Google Shape;217;p26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8" name="Google Shape;218;p2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C9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9" name="Google Shape;219;p2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C9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20" name="Google Shape;220;p2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C9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C9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C9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C9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C9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C9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C9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C9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C9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2" r:id="rId12"/>
  </p:sldLayoutIdLst>
  <mc:AlternateContent xmlns:mc="http://schemas.openxmlformats.org/markup-compatibility/2006" xmlns:p14="http://schemas.microsoft.com/office/powerpoint/2010/main">
    <mc:Choice Requires="p14">
      <p:transition p14:dur="400">
        <p:push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igma.com/design/iHUId9cnmlaFMtGI5tyuLP/Untitled?node-id=0-1&amp;t=Kdc22fYy6CcnGhNk-1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9"/>
          <p:cNvSpPr txBox="1">
            <a:spLocks noGrp="1"/>
          </p:cNvSpPr>
          <p:nvPr>
            <p:ph type="title"/>
          </p:nvPr>
        </p:nvSpPr>
        <p:spPr>
          <a:xfrm>
            <a:off x="770975" y="1803503"/>
            <a:ext cx="5725544" cy="1483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r>
              <a:rPr lang="ru"/>
              <a:t>Платформа для аналитики финансовых результатов публичных компаний</a:t>
            </a:r>
            <a:endParaRPr lang="ru-RU"/>
          </a:p>
        </p:txBody>
      </p:sp>
      <p:sp>
        <p:nvSpPr>
          <p:cNvPr id="390" name="Google Shape;390;p39"/>
          <p:cNvSpPr txBox="1">
            <a:spLocks noGrp="1"/>
          </p:cNvSpPr>
          <p:nvPr>
            <p:ph type="body" idx="1"/>
          </p:nvPr>
        </p:nvSpPr>
        <p:spPr>
          <a:xfrm>
            <a:off x="1556210" y="890881"/>
            <a:ext cx="2886538" cy="3263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ru"/>
              <a:t>Факультет информатики, математики и компьютерных наук</a:t>
            </a:r>
            <a:endParaRPr/>
          </a:p>
        </p:txBody>
      </p:sp>
      <p:sp>
        <p:nvSpPr>
          <p:cNvPr id="391" name="Google Shape;391;p39"/>
          <p:cNvSpPr txBox="1">
            <a:spLocks noGrp="1"/>
          </p:cNvSpPr>
          <p:nvPr>
            <p:ph type="body" idx="2"/>
          </p:nvPr>
        </p:nvSpPr>
        <p:spPr>
          <a:xfrm>
            <a:off x="4694565" y="880372"/>
            <a:ext cx="1708547" cy="347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900"/>
              <a:buFont typeface="Arial"/>
              <a:buNone/>
            </a:pPr>
            <a:r>
              <a:rPr lang="ru"/>
              <a:t>Программная инженерия</a:t>
            </a:r>
            <a:endParaRPr/>
          </a:p>
        </p:txBody>
      </p:sp>
      <p:sp>
        <p:nvSpPr>
          <p:cNvPr id="392" name="Google Shape;392;p39"/>
          <p:cNvSpPr txBox="1">
            <a:spLocks noGrp="1"/>
          </p:cNvSpPr>
          <p:nvPr>
            <p:ph type="body" idx="3"/>
          </p:nvPr>
        </p:nvSpPr>
        <p:spPr>
          <a:xfrm>
            <a:off x="6590040" y="880372"/>
            <a:ext cx="1663304" cy="347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700"/>
              <a:buNone/>
            </a:pPr>
            <a:r>
              <a:rPr lang="ru"/>
              <a:t>Нижний Новгород</a:t>
            </a:r>
            <a:endParaRPr/>
          </a:p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700"/>
              <a:buNone/>
            </a:pPr>
            <a:r>
              <a:rPr lang="ru"/>
              <a:t>2026</a:t>
            </a:r>
            <a:endParaRPr/>
          </a:p>
        </p:txBody>
      </p:sp>
      <p:sp>
        <p:nvSpPr>
          <p:cNvPr id="393" name="Google Shape;393;p39"/>
          <p:cNvSpPr txBox="1">
            <a:spLocks noGrp="1"/>
          </p:cNvSpPr>
          <p:nvPr>
            <p:ph type="body" idx="4"/>
          </p:nvPr>
        </p:nvSpPr>
        <p:spPr>
          <a:xfrm>
            <a:off x="770975" y="3618685"/>
            <a:ext cx="5718950" cy="489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indent="0"/>
            <a:r>
              <a:rPr lang="ru"/>
              <a:t>Студент: Цапаев Данил Вадимович</a:t>
            </a:r>
            <a:endParaRPr/>
          </a:p>
          <a:p>
            <a:pPr marL="0" indent="0"/>
            <a:r>
              <a:rPr lang="ru"/>
              <a:t>Научный руководитель: Окуньков Николай Степанович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200"/>
              <a:buFont typeface="Arial"/>
              <a:buNone/>
            </a:pP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200"/>
              <a:buFont typeface="Arial"/>
              <a:buNone/>
            </a:pP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200"/>
              <a:buFont typeface="Arial"/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40"/>
          <p:cNvSpPr txBox="1">
            <a:spLocks noGrp="1"/>
          </p:cNvSpPr>
          <p:nvPr>
            <p:ph type="title"/>
          </p:nvPr>
        </p:nvSpPr>
        <p:spPr>
          <a:xfrm>
            <a:off x="439423" y="1085843"/>
            <a:ext cx="8293466" cy="582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ru" dirty="0"/>
              <a:t>Содержание</a:t>
            </a:r>
            <a:endParaRPr dirty="0"/>
          </a:p>
        </p:txBody>
      </p:sp>
      <p:sp>
        <p:nvSpPr>
          <p:cNvPr id="399" name="Google Shape;399;p40"/>
          <p:cNvSpPr txBox="1">
            <a:spLocks noGrp="1"/>
          </p:cNvSpPr>
          <p:nvPr>
            <p:ph type="body" idx="2"/>
          </p:nvPr>
        </p:nvSpPr>
        <p:spPr>
          <a:xfrm>
            <a:off x="857767" y="405678"/>
            <a:ext cx="1426369" cy="311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ru"/>
              <a:t>Программная инженерия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/>
          </a:p>
        </p:txBody>
      </p:sp>
      <p:sp>
        <p:nvSpPr>
          <p:cNvPr id="400" name="Google Shape;400;p40"/>
          <p:cNvSpPr txBox="1">
            <a:spLocks noGrp="1"/>
          </p:cNvSpPr>
          <p:nvPr>
            <p:ph type="body" idx="3"/>
          </p:nvPr>
        </p:nvSpPr>
        <p:spPr>
          <a:xfrm>
            <a:off x="2594372" y="411540"/>
            <a:ext cx="1552575" cy="306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/>
            <a:r>
              <a:rPr lang="ru"/>
              <a:t>Платформа для аналитики финансовых результатов публичных компаний</a:t>
            </a:r>
            <a:endParaRPr lang="ru-RU"/>
          </a:p>
        </p:txBody>
      </p:sp>
      <p:sp>
        <p:nvSpPr>
          <p:cNvPr id="401" name="Google Shape;401;p40"/>
          <p:cNvSpPr txBox="1">
            <a:spLocks noGrp="1"/>
          </p:cNvSpPr>
          <p:nvPr>
            <p:ph type="body" idx="4"/>
          </p:nvPr>
        </p:nvSpPr>
        <p:spPr>
          <a:xfrm>
            <a:off x="4694919" y="411540"/>
            <a:ext cx="1552575" cy="306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</a:pPr>
            <a:r>
              <a:rPr lang="ru"/>
              <a:t>Содержание</a:t>
            </a:r>
            <a:endParaRPr/>
          </a:p>
        </p:txBody>
      </p:sp>
      <p:sp>
        <p:nvSpPr>
          <p:cNvPr id="402" name="Google Shape;402;p40"/>
          <p:cNvSpPr txBox="1">
            <a:spLocks noGrp="1"/>
          </p:cNvSpPr>
          <p:nvPr>
            <p:ph type="body" idx="1"/>
          </p:nvPr>
        </p:nvSpPr>
        <p:spPr>
          <a:xfrm>
            <a:off x="439423" y="1784747"/>
            <a:ext cx="8293478" cy="28088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34275" anchor="t" anchorCtr="0">
            <a:noAutofit/>
          </a:bodyPr>
          <a:lstStyle/>
          <a:p>
            <a:pPr marL="254000" lvl="0" indent="-27305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Calibri"/>
              <a:buAutoNum type="arabicPeriod"/>
            </a:pPr>
            <a:r>
              <a:rPr lang="ru" sz="1300" dirty="0"/>
              <a:t>Существующие решения</a:t>
            </a:r>
            <a:endParaRPr sz="1300" dirty="0"/>
          </a:p>
          <a:p>
            <a:pPr marL="254000" lvl="0" indent="-27305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Calibri"/>
              <a:buAutoNum type="arabicPeriod"/>
            </a:pPr>
            <a:r>
              <a:rPr lang="ru" sz="1300" dirty="0"/>
              <a:t>Цели и задачи</a:t>
            </a:r>
            <a:endParaRPr sz="1300" dirty="0"/>
          </a:p>
          <a:p>
            <a:pPr marL="254000" lvl="0" indent="-27305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Calibri"/>
              <a:buAutoNum type="arabicPeriod"/>
            </a:pPr>
            <a:r>
              <a:rPr lang="ru" sz="1300" dirty="0"/>
              <a:t>Полученные результаты</a:t>
            </a:r>
            <a:endParaRPr sz="1300" dirty="0"/>
          </a:p>
          <a:p>
            <a:pPr marL="342900" lvl="1" indent="-8255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300"/>
              <a:buAutoNum type="alphaLcPeriod"/>
            </a:pPr>
            <a:r>
              <a:rPr lang="ru" sz="1300" dirty="0"/>
              <a:t>Технологический стек</a:t>
            </a:r>
            <a:endParaRPr sz="1300" dirty="0"/>
          </a:p>
          <a:p>
            <a:pPr marL="342900" lvl="1" indent="-8255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300"/>
              <a:buAutoNum type="alphaLcPeriod"/>
            </a:pPr>
            <a:r>
              <a:rPr lang="ru" sz="1300" dirty="0"/>
              <a:t>Дизайн</a:t>
            </a:r>
            <a:endParaRPr sz="1300" dirty="0"/>
          </a:p>
          <a:p>
            <a:pPr marL="342900" lvl="1" indent="-8255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300"/>
              <a:buAutoNum type="alphaLcPeriod"/>
            </a:pPr>
            <a:r>
              <a:rPr lang="ru" sz="1300" dirty="0"/>
              <a:t>Тестирование</a:t>
            </a:r>
            <a:endParaRPr sz="1300" dirty="0"/>
          </a:p>
          <a:p>
            <a:pPr marL="342900" lvl="1" indent="-8255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300"/>
              <a:buAutoNum type="alphaLcPeriod"/>
            </a:pPr>
            <a:r>
              <a:rPr lang="ru" sz="1300" dirty="0"/>
              <a:t>Реализация</a:t>
            </a:r>
            <a:endParaRPr sz="1300" dirty="0"/>
          </a:p>
          <a:p>
            <a:pPr marL="254000" lvl="0" indent="-27305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Calibri"/>
              <a:buAutoNum type="arabicPeriod"/>
            </a:pPr>
            <a:r>
              <a:rPr lang="ru" sz="1300" dirty="0"/>
              <a:t>Пути дальнейшего развития</a:t>
            </a:r>
            <a:endParaRPr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42"/>
          <p:cNvSpPr txBox="1">
            <a:spLocks noGrp="1"/>
          </p:cNvSpPr>
          <p:nvPr>
            <p:ph type="title"/>
          </p:nvPr>
        </p:nvSpPr>
        <p:spPr>
          <a:xfrm>
            <a:off x="439424" y="1349870"/>
            <a:ext cx="3934170" cy="322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ru"/>
              <a:t>Существующие решения.</a:t>
            </a:r>
            <a:br>
              <a:rPr lang="ru" dirty="0"/>
            </a:br>
            <a:endParaRPr lang="ru"/>
          </a:p>
        </p:txBody>
      </p:sp>
      <p:sp>
        <p:nvSpPr>
          <p:cNvPr id="419" name="Google Shape;419;p42"/>
          <p:cNvSpPr txBox="1">
            <a:spLocks noGrp="1"/>
          </p:cNvSpPr>
          <p:nvPr>
            <p:ph type="body" idx="1"/>
          </p:nvPr>
        </p:nvSpPr>
        <p:spPr>
          <a:xfrm>
            <a:off x="439425" y="1784750"/>
            <a:ext cx="3934200" cy="27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34275" anchor="t" anchorCtr="0">
            <a:noAutofit/>
          </a:bodyPr>
          <a:lstStyle/>
          <a:p>
            <a:pPr marL="215900" indent="-234950">
              <a:buSzPts val="1300"/>
              <a:buFont typeface="Arial"/>
              <a:buChar char="•"/>
            </a:pPr>
            <a:r>
              <a:rPr lang="ru" sz="1300"/>
              <a:t>Bloomberg Terminal — самый известный профессиональный терминал с финансовыми данными, новостями, рыночной аналитикой и отчетностью компаний.</a:t>
            </a:r>
            <a:endParaRPr lang="ru-RU" sz="1300"/>
          </a:p>
          <a:p>
            <a:pPr marL="215900" indent="-234950">
              <a:spcBef>
                <a:spcPts val="0"/>
              </a:spcBef>
              <a:buSzPts val="1300"/>
              <a:buFont typeface="Arial"/>
              <a:buChar char="•"/>
            </a:pPr>
            <a:r>
              <a:rPr lang="ru" sz="1300"/>
              <a:t>S&amp;P Capital IQ — одна из ключевых платформ для анализа публичных компаний, финансовой отчетности, мультипликаторов и сравнительного анализа.</a:t>
            </a:r>
            <a:endParaRPr/>
          </a:p>
          <a:p>
            <a:pPr marL="215900" indent="-234950">
              <a:spcBef>
                <a:spcPts val="0"/>
              </a:spcBef>
              <a:buSzPts val="1300"/>
              <a:buChar char="•"/>
            </a:pPr>
            <a:r>
              <a:rPr lang="ru" sz="1300"/>
              <a:t>FactSet — популярная платформа для инвестиционных аналитиков и фондов, объединяющая рыночные данные, финансовые показатели и инструменты моделирования.</a:t>
            </a:r>
            <a:endParaRPr/>
          </a:p>
          <a:p>
            <a:pPr marL="215900" indent="-234950">
              <a:spcBef>
                <a:spcPts val="0"/>
              </a:spcBef>
              <a:buSzPts val="1300"/>
              <a:buChar char="•"/>
            </a:pPr>
            <a:r>
              <a:rPr lang="ru" sz="1300"/>
              <a:t>Refinitiv Workspace — крупная платформа для работы с данными по компаниям, рынкам, отчетности и консенсус-прогнозам аналитиков.</a:t>
            </a:r>
            <a:endParaRPr lang="ru"/>
          </a:p>
          <a:p>
            <a:pPr marL="215900" lvl="0" indent="-2349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</a:pPr>
            <a:endParaRPr lang="ru" sz="1300" dirty="0"/>
          </a:p>
        </p:txBody>
      </p:sp>
      <p:sp>
        <p:nvSpPr>
          <p:cNvPr id="420" name="Google Shape;420;p42"/>
          <p:cNvSpPr txBox="1">
            <a:spLocks noGrp="1"/>
          </p:cNvSpPr>
          <p:nvPr>
            <p:ph type="body" idx="3"/>
          </p:nvPr>
        </p:nvSpPr>
        <p:spPr>
          <a:xfrm>
            <a:off x="857767" y="405678"/>
            <a:ext cx="1426369" cy="311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ru"/>
              <a:t>Программная инженерия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/>
          </a:p>
        </p:txBody>
      </p:sp>
      <p:sp>
        <p:nvSpPr>
          <p:cNvPr id="421" name="Google Shape;421;p42"/>
          <p:cNvSpPr txBox="1">
            <a:spLocks noGrp="1"/>
          </p:cNvSpPr>
          <p:nvPr>
            <p:ph type="body" idx="4"/>
          </p:nvPr>
        </p:nvSpPr>
        <p:spPr>
          <a:xfrm>
            <a:off x="2594372" y="411540"/>
            <a:ext cx="1552575" cy="306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/>
            <a:r>
              <a:rPr lang="ru"/>
              <a:t>Платформа для аналитики финансовых результатов публичных компаний</a:t>
            </a:r>
            <a:endParaRPr lang="ru-RU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</a:pPr>
            <a:endParaRPr/>
          </a:p>
        </p:txBody>
      </p:sp>
      <p:sp>
        <p:nvSpPr>
          <p:cNvPr id="422" name="Google Shape;422;p42"/>
          <p:cNvSpPr txBox="1">
            <a:spLocks noGrp="1"/>
          </p:cNvSpPr>
          <p:nvPr>
            <p:ph type="body" idx="5"/>
          </p:nvPr>
        </p:nvSpPr>
        <p:spPr>
          <a:xfrm>
            <a:off x="4694919" y="411540"/>
            <a:ext cx="1552575" cy="306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</a:pPr>
            <a:r>
              <a:rPr lang="ru"/>
              <a:t>Существующие решения.</a:t>
            </a:r>
            <a:br>
              <a:rPr lang="ru" dirty="0"/>
            </a:br>
            <a:endParaRPr lang="ru"/>
          </a:p>
        </p:txBody>
      </p:sp>
      <p:pic>
        <p:nvPicPr>
          <p:cNvPr id="2" name="Рисунок 1" descr="Изображение выглядит как текст, Шрифт, Графика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6435039-8150-FE96-87B3-231F01DDE2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0859" y="2198444"/>
            <a:ext cx="2025650" cy="676943"/>
          </a:xfrm>
          <a:prstGeom prst="rect">
            <a:avLst/>
          </a:prstGeom>
        </p:spPr>
      </p:pic>
      <p:pic>
        <p:nvPicPr>
          <p:cNvPr id="3" name="Рисунок 2" descr="Picture background">
            <a:extLst>
              <a:ext uri="{FF2B5EF4-FFF2-40B4-BE49-F238E27FC236}">
                <a16:creationId xmlns:a16="http://schemas.microsoft.com/office/drawing/2014/main" id="{036EE3D2-AAD2-5B08-D9D2-C26B02BD5F2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1767" r="-457" b="23492"/>
          <a:stretch>
            <a:fillRect/>
          </a:stretch>
        </p:blipFill>
        <p:spPr>
          <a:xfrm>
            <a:off x="4695658" y="1591806"/>
            <a:ext cx="2044640" cy="576606"/>
          </a:xfrm>
          <a:prstGeom prst="rect">
            <a:avLst/>
          </a:prstGeom>
        </p:spPr>
      </p:pic>
      <p:pic>
        <p:nvPicPr>
          <p:cNvPr id="4" name="Рисунок 3" descr="Изображение выглядит как Шрифт, Графика, графический дизайн, Цвет электр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A5EBA35-2E98-D727-DD9F-C7BD80C9DA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5658" y="3099891"/>
            <a:ext cx="2148977" cy="398047"/>
          </a:xfrm>
          <a:prstGeom prst="rect">
            <a:avLst/>
          </a:prstGeom>
        </p:spPr>
      </p:pic>
      <p:pic>
        <p:nvPicPr>
          <p:cNvPr id="7" name="Рисунок 6" descr="Изображение выглядит как снимок экрана, символ, Цвет электрик, Графи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66A4CC8-7882-D287-7BAA-ED7A426908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14317" y="3300779"/>
            <a:ext cx="3282462" cy="164123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43"/>
          <p:cNvSpPr txBox="1">
            <a:spLocks noGrp="1"/>
          </p:cNvSpPr>
          <p:nvPr>
            <p:ph type="title"/>
          </p:nvPr>
        </p:nvSpPr>
        <p:spPr>
          <a:xfrm>
            <a:off x="439423" y="1085843"/>
            <a:ext cx="8293466" cy="582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ru"/>
              <a:t>Цели и задачи</a:t>
            </a:r>
            <a:endParaRPr/>
          </a:p>
        </p:txBody>
      </p:sp>
      <p:sp>
        <p:nvSpPr>
          <p:cNvPr id="431" name="Google Shape;431;p43"/>
          <p:cNvSpPr txBox="1">
            <a:spLocks noGrp="1"/>
          </p:cNvSpPr>
          <p:nvPr>
            <p:ph type="body" idx="2"/>
          </p:nvPr>
        </p:nvSpPr>
        <p:spPr>
          <a:xfrm>
            <a:off x="857767" y="405678"/>
            <a:ext cx="1426369" cy="311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ru"/>
              <a:t>Программная инженерия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/>
          </a:p>
        </p:txBody>
      </p:sp>
      <p:sp>
        <p:nvSpPr>
          <p:cNvPr id="432" name="Google Shape;432;p43"/>
          <p:cNvSpPr txBox="1">
            <a:spLocks noGrp="1"/>
          </p:cNvSpPr>
          <p:nvPr>
            <p:ph type="body" idx="3"/>
          </p:nvPr>
        </p:nvSpPr>
        <p:spPr>
          <a:xfrm>
            <a:off x="2594372" y="411540"/>
            <a:ext cx="1552575" cy="306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/>
            <a:r>
              <a:rPr lang="ru"/>
              <a:t>Платформа для аналитики финансовых результатов публичных компаний</a:t>
            </a:r>
            <a:endParaRPr lang="ru-RU"/>
          </a:p>
        </p:txBody>
      </p:sp>
      <p:sp>
        <p:nvSpPr>
          <p:cNvPr id="433" name="Google Shape;433;p43"/>
          <p:cNvSpPr txBox="1">
            <a:spLocks noGrp="1"/>
          </p:cNvSpPr>
          <p:nvPr>
            <p:ph type="body" idx="4"/>
          </p:nvPr>
        </p:nvSpPr>
        <p:spPr>
          <a:xfrm>
            <a:off x="4694919" y="411540"/>
            <a:ext cx="1552575" cy="306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</a:pPr>
            <a:r>
              <a:rPr lang="ru"/>
              <a:t>Цели и задачи</a:t>
            </a:r>
            <a:endParaRPr/>
          </a:p>
        </p:txBody>
      </p:sp>
      <p:sp>
        <p:nvSpPr>
          <p:cNvPr id="434" name="Google Shape;434;p43"/>
          <p:cNvSpPr txBox="1">
            <a:spLocks noGrp="1"/>
          </p:cNvSpPr>
          <p:nvPr>
            <p:ph type="body" idx="1"/>
          </p:nvPr>
        </p:nvSpPr>
        <p:spPr>
          <a:xfrm>
            <a:off x="439424" y="1668611"/>
            <a:ext cx="8293465" cy="2924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400"/>
              <a:buFont typeface="Arial"/>
              <a:buNone/>
            </a:pPr>
            <a:r>
              <a:rPr lang="ru" sz="1400" b="1"/>
              <a:t>Цель:</a:t>
            </a:r>
            <a:endParaRPr/>
          </a:p>
          <a:p>
            <a:pPr marL="215900" indent="-234950">
              <a:buSzPts val="1300"/>
              <a:buFont typeface="Arial"/>
              <a:buChar char="•"/>
            </a:pPr>
            <a:r>
              <a:rPr lang="ru" sz="1300"/>
              <a:t>Разработать веб-интерфейс для аналитики финансовых показателей компаний и учёта собственных сделок на бирже.</a:t>
            </a:r>
            <a:endParaRPr sz="1300"/>
          </a:p>
          <a:p>
            <a:pPr marL="0" marR="0" lvl="0" indent="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E2D69"/>
              </a:buClr>
              <a:buSzPts val="1400"/>
              <a:buFont typeface="Arial"/>
              <a:buNone/>
            </a:pPr>
            <a:r>
              <a:rPr lang="ru" sz="1400" b="1"/>
              <a:t>Задачи:</a:t>
            </a:r>
            <a:endParaRPr/>
          </a:p>
          <a:p>
            <a:pPr marL="215900" lvl="0" indent="-23495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Char char="•"/>
            </a:pPr>
            <a:r>
              <a:rPr lang="ru" sz="1300"/>
              <a:t>Анализ существующих решений и технических возможностей.</a:t>
            </a:r>
            <a:endParaRPr sz="1300"/>
          </a:p>
          <a:p>
            <a:pPr marL="215900" lvl="0" indent="-23495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Char char="•"/>
            </a:pPr>
            <a:r>
              <a:rPr lang="ru" sz="1300"/>
              <a:t>Выбор технологического стека</a:t>
            </a:r>
            <a:endParaRPr sz="1300"/>
          </a:p>
          <a:p>
            <a:pPr marL="215900" lvl="0" indent="-23495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Char char="•"/>
            </a:pPr>
            <a:r>
              <a:rPr lang="ru" sz="1300"/>
              <a:t>Создание дизайна веб-интерфейса в Figma</a:t>
            </a:r>
            <a:endParaRPr sz="1300"/>
          </a:p>
          <a:p>
            <a:pPr marL="215900" lvl="0" indent="-23495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Char char="•"/>
            </a:pPr>
            <a:r>
              <a:rPr lang="ru" sz="1300"/>
              <a:t>Проектирование архитектуры проекта</a:t>
            </a:r>
            <a:endParaRPr sz="1300"/>
          </a:p>
          <a:p>
            <a:pPr marL="215900" lvl="0" indent="-23495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Char char="•"/>
            </a:pPr>
            <a:r>
              <a:rPr lang="ru" sz="1300"/>
              <a:t>Реализация конечного продукта.</a:t>
            </a:r>
            <a:endParaRPr sz="1300"/>
          </a:p>
          <a:p>
            <a:pPr marL="215900" lvl="0" indent="-1524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45"/>
          <p:cNvSpPr txBox="1">
            <a:spLocks noGrp="1"/>
          </p:cNvSpPr>
          <p:nvPr>
            <p:ph type="title"/>
          </p:nvPr>
        </p:nvSpPr>
        <p:spPr>
          <a:xfrm>
            <a:off x="439423" y="1085843"/>
            <a:ext cx="8293466" cy="582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ru"/>
              <a:t>Полученные результаты. Технологический стек, используемые инструменты</a:t>
            </a:r>
            <a:endParaRPr/>
          </a:p>
        </p:txBody>
      </p:sp>
      <p:sp>
        <p:nvSpPr>
          <p:cNvPr id="451" name="Google Shape;451;p45"/>
          <p:cNvSpPr txBox="1">
            <a:spLocks noGrp="1"/>
          </p:cNvSpPr>
          <p:nvPr>
            <p:ph type="body" idx="2"/>
          </p:nvPr>
        </p:nvSpPr>
        <p:spPr>
          <a:xfrm>
            <a:off x="857767" y="405678"/>
            <a:ext cx="1426369" cy="311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ru"/>
              <a:t>Программная инженерия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/>
          </a:p>
        </p:txBody>
      </p:sp>
      <p:sp>
        <p:nvSpPr>
          <p:cNvPr id="452" name="Google Shape;452;p45"/>
          <p:cNvSpPr txBox="1">
            <a:spLocks noGrp="1"/>
          </p:cNvSpPr>
          <p:nvPr>
            <p:ph type="body" idx="3"/>
          </p:nvPr>
        </p:nvSpPr>
        <p:spPr>
          <a:xfrm>
            <a:off x="2594372" y="411540"/>
            <a:ext cx="1552575" cy="306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/>
            <a:r>
              <a:rPr lang="ru"/>
              <a:t>Платформа для аналитики финансовых результатов публичных компаний</a:t>
            </a:r>
            <a:endParaRPr lang="ru-RU"/>
          </a:p>
        </p:txBody>
      </p:sp>
      <p:sp>
        <p:nvSpPr>
          <p:cNvPr id="453" name="Google Shape;453;p45"/>
          <p:cNvSpPr txBox="1">
            <a:spLocks noGrp="1"/>
          </p:cNvSpPr>
          <p:nvPr>
            <p:ph type="body" idx="4"/>
          </p:nvPr>
        </p:nvSpPr>
        <p:spPr>
          <a:xfrm>
            <a:off x="4694919" y="411540"/>
            <a:ext cx="1552575" cy="306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</a:pPr>
            <a:r>
              <a:rPr lang="ru"/>
              <a:t>Полученные результаты</a:t>
            </a:r>
            <a:endParaRPr/>
          </a:p>
        </p:txBody>
      </p:sp>
      <p:pic>
        <p:nvPicPr>
          <p:cNvPr id="455" name="Google Shape;455;p45" descr="Picture backgroun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6871" y="3452547"/>
            <a:ext cx="1230208" cy="1092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66" name="Google Shape;466;p45" descr="Picture backgroun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3132" y="1613795"/>
            <a:ext cx="1613716" cy="46232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Рисунок 4" descr="Изображение выглядит как Графика, круг, искусство, Красочность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BCD2505-2C84-D8B9-E3CB-7FA74462DB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585" y="2026406"/>
            <a:ext cx="1444200" cy="1425852"/>
          </a:xfrm>
          <a:prstGeom prst="rect">
            <a:avLst/>
          </a:prstGeom>
        </p:spPr>
      </p:pic>
      <p:pic>
        <p:nvPicPr>
          <p:cNvPr id="6" name="Рисунок 5" descr="Изображение выглядит как текст, Шрифт, Графика, графический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5832D4D-E282-964A-07E1-42D63B80C32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0459" t="26304" r="53996" b="12547"/>
          <a:stretch>
            <a:fillRect/>
          </a:stretch>
        </p:blipFill>
        <p:spPr>
          <a:xfrm>
            <a:off x="1426806" y="2187100"/>
            <a:ext cx="1147316" cy="1101127"/>
          </a:xfrm>
          <a:prstGeom prst="rect">
            <a:avLst/>
          </a:prstGeom>
        </p:spPr>
      </p:pic>
      <p:pic>
        <p:nvPicPr>
          <p:cNvPr id="7" name="Рисунок 6" descr="Изображение выглядит как снимок экрана, Шрифт, Графика, текс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25FEBB5-D6BD-723D-3112-BD54AEC4B5F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39739" y="1091014"/>
            <a:ext cx="2823995" cy="1554715"/>
          </a:xfrm>
          <a:prstGeom prst="rect">
            <a:avLst/>
          </a:prstGeom>
        </p:spPr>
      </p:pic>
      <p:pic>
        <p:nvPicPr>
          <p:cNvPr id="8" name="Рисунок 7" descr="Изображение выглядит как снимок экрана, Графика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4E4A1B8-698E-9338-2664-991CFE51307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15518" y="1965497"/>
            <a:ext cx="2748967" cy="1548078"/>
          </a:xfrm>
          <a:prstGeom prst="rect">
            <a:avLst/>
          </a:prstGeom>
        </p:spPr>
      </p:pic>
      <p:pic>
        <p:nvPicPr>
          <p:cNvPr id="10" name="Рисунок 9" descr="Изображение выглядит как логотип, Графика, Цвет электрик, графический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1630381-FB14-4960-AF6C-B2CC945654D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1035" y="2879325"/>
            <a:ext cx="2466678" cy="2449969"/>
          </a:xfrm>
          <a:prstGeom prst="rect">
            <a:avLst/>
          </a:prstGeom>
        </p:spPr>
      </p:pic>
      <p:pic>
        <p:nvPicPr>
          <p:cNvPr id="11" name="Рисунок 10" descr="Изображение выглядит как снимок экрана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C456E18-B425-EE1F-48A4-18B94FBE1D8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26244" y="2155591"/>
            <a:ext cx="4015867" cy="2333335"/>
          </a:xfrm>
          <a:prstGeom prst="rect">
            <a:avLst/>
          </a:prstGeom>
        </p:spPr>
      </p:pic>
      <p:pic>
        <p:nvPicPr>
          <p:cNvPr id="15" name="Рисунок 14" descr="Picture background">
            <a:extLst>
              <a:ext uri="{FF2B5EF4-FFF2-40B4-BE49-F238E27FC236}">
                <a16:creationId xmlns:a16="http://schemas.microsoft.com/office/drawing/2014/main" id="{0B5218E5-6881-3B10-EFAD-618567697229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9786" r="10355" b="495"/>
          <a:stretch>
            <a:fillRect/>
          </a:stretch>
        </p:blipFill>
        <p:spPr>
          <a:xfrm>
            <a:off x="4711412" y="1441147"/>
            <a:ext cx="2166488" cy="768803"/>
          </a:xfrm>
          <a:prstGeom prst="rect">
            <a:avLst/>
          </a:prstGeom>
        </p:spPr>
      </p:pic>
      <p:pic>
        <p:nvPicPr>
          <p:cNvPr id="16" name="Рисунок 15" descr="Изображение выглядит как текст, Шрифт, Графика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590F9CE-03FA-465F-A7E2-0659CCA19C9B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t="114" r="11548" b="-505"/>
          <a:stretch>
            <a:fillRect/>
          </a:stretch>
        </p:blipFill>
        <p:spPr>
          <a:xfrm>
            <a:off x="4587005" y="2114419"/>
            <a:ext cx="2071260" cy="1153786"/>
          </a:xfrm>
          <a:prstGeom prst="rect">
            <a:avLst/>
          </a:prstGeom>
        </p:spPr>
      </p:pic>
      <p:pic>
        <p:nvPicPr>
          <p:cNvPr id="17" name="Рисунок 16" descr="Picture background">
            <a:extLst>
              <a:ext uri="{FF2B5EF4-FFF2-40B4-BE49-F238E27FC236}">
                <a16:creationId xmlns:a16="http://schemas.microsoft.com/office/drawing/2014/main" id="{E86713D4-8F6F-E00B-728A-181BC5CF6F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538006" y="2186281"/>
            <a:ext cx="2395278" cy="295538"/>
          </a:xfrm>
          <a:prstGeom prst="rect">
            <a:avLst/>
          </a:prstGeom>
        </p:spPr>
      </p:pic>
      <p:pic>
        <p:nvPicPr>
          <p:cNvPr id="19" name="Рисунок 18" descr="Изображение выглядит как логотип, Шрифт, символ, Графи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131C356-7B31-490A-1E62-D7BFC618C6E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371570" y="3320464"/>
            <a:ext cx="3839943" cy="135720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46"/>
          <p:cNvSpPr txBox="1">
            <a:spLocks noGrp="1"/>
          </p:cNvSpPr>
          <p:nvPr>
            <p:ph type="title"/>
          </p:nvPr>
        </p:nvSpPr>
        <p:spPr>
          <a:xfrm>
            <a:off x="439423" y="1085843"/>
            <a:ext cx="8293466" cy="582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ru"/>
              <a:t>Полученные результаты. Дизайн</a:t>
            </a:r>
            <a:endParaRPr/>
          </a:p>
        </p:txBody>
      </p:sp>
      <p:sp>
        <p:nvSpPr>
          <p:cNvPr id="477" name="Google Shape;477;p46"/>
          <p:cNvSpPr txBox="1">
            <a:spLocks noGrp="1"/>
          </p:cNvSpPr>
          <p:nvPr>
            <p:ph type="body" idx="2"/>
          </p:nvPr>
        </p:nvSpPr>
        <p:spPr>
          <a:xfrm>
            <a:off x="857767" y="405678"/>
            <a:ext cx="1426369" cy="311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ru"/>
              <a:t>Программная инженерия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/>
          </a:p>
        </p:txBody>
      </p:sp>
      <p:sp>
        <p:nvSpPr>
          <p:cNvPr id="478" name="Google Shape;478;p46"/>
          <p:cNvSpPr txBox="1">
            <a:spLocks noGrp="1"/>
          </p:cNvSpPr>
          <p:nvPr>
            <p:ph type="body" idx="3"/>
          </p:nvPr>
        </p:nvSpPr>
        <p:spPr>
          <a:xfrm>
            <a:off x="2594372" y="411540"/>
            <a:ext cx="1552575" cy="306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/>
            <a:r>
              <a:rPr lang="ru"/>
              <a:t>Платформа для аналитики финансовых результатов публичных компаний</a:t>
            </a:r>
            <a:endParaRPr lang="ru-RU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</a:pPr>
            <a:endParaRPr/>
          </a:p>
        </p:txBody>
      </p:sp>
      <p:sp>
        <p:nvSpPr>
          <p:cNvPr id="479" name="Google Shape;479;p46"/>
          <p:cNvSpPr txBox="1">
            <a:spLocks noGrp="1"/>
          </p:cNvSpPr>
          <p:nvPr>
            <p:ph type="body" idx="4"/>
          </p:nvPr>
        </p:nvSpPr>
        <p:spPr>
          <a:xfrm>
            <a:off x="4694919" y="411540"/>
            <a:ext cx="1552575" cy="306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</a:pPr>
            <a:r>
              <a:rPr lang="ru"/>
              <a:t>Полученные результаты</a:t>
            </a:r>
            <a:endParaRPr/>
          </a:p>
        </p:txBody>
      </p:sp>
      <p:pic>
        <p:nvPicPr>
          <p:cNvPr id="3" name="Рисунок 2" descr="Изображение выглядит как снимок экрана, текст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E7FA77F-21EF-166F-14E8-CF5CAD1E5D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62" y="3179883"/>
            <a:ext cx="2792167" cy="161558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" name="Рисунок 3" descr="Изображение выглядит как снимок экрана, текст, Графика, графический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3D57785-13AC-0E81-6948-833EEB4451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647" y="1443403"/>
            <a:ext cx="2790532" cy="161192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Рисунок 4" descr="Изображение выглядит как текст, снимок экрана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55CC71C-B9F8-B995-C4BD-390AA83BF1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4606" y="1450731"/>
            <a:ext cx="2790336" cy="160459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Рисунок 5" descr="Изображение выглядит как текст, снимок экрана, программное обеспечение, Мультимедийное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80097C3-2CAE-0A81-3D0D-7A86698F6F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45510" y="3179885"/>
            <a:ext cx="2784863" cy="160826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Рисунок 6" descr="Изображение выглядит как текст, снимок экрана, программное обеспечение, Мультимедийное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C434F6D-848C-C43E-7DB0-40A53D29A75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5673" y="1454392"/>
            <a:ext cx="2717068" cy="160093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Рисунок 7" descr="Изображение выглядит как текст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13CB141-B82E-EECF-E028-ADB4E735808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7465" y="3963863"/>
            <a:ext cx="1173446" cy="91220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Рисунок 8" descr="Изображение выглядит как текст, снимок экрана, программное обеспечение, Мультимедийное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0D957CB-5BF3-CF24-A7B7-9C9C397D127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38875" y="3179306"/>
            <a:ext cx="1322512" cy="66424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0" name="Рисунок 9" descr="Изображение выглядит как текст, снимок экрана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99435F9-3716-89E9-BFB0-48C63A54022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35740" y="4198091"/>
            <a:ext cx="1395783" cy="66355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47"/>
          <p:cNvSpPr txBox="1">
            <a:spLocks noGrp="1"/>
          </p:cNvSpPr>
          <p:nvPr>
            <p:ph type="title"/>
          </p:nvPr>
        </p:nvSpPr>
        <p:spPr>
          <a:xfrm>
            <a:off x="439423" y="1085843"/>
            <a:ext cx="8293500" cy="5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ru"/>
              <a:t>Полученные результаты. Тестирование (часть 1)</a:t>
            </a:r>
            <a:endParaRPr/>
          </a:p>
        </p:txBody>
      </p:sp>
      <p:sp>
        <p:nvSpPr>
          <p:cNvPr id="487" name="Google Shape;487;p47"/>
          <p:cNvSpPr txBox="1">
            <a:spLocks noGrp="1"/>
          </p:cNvSpPr>
          <p:nvPr>
            <p:ph type="body" idx="2"/>
          </p:nvPr>
        </p:nvSpPr>
        <p:spPr>
          <a:xfrm>
            <a:off x="857767" y="405678"/>
            <a:ext cx="1426500" cy="3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ru"/>
              <a:t>Программная инженерия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/>
          </a:p>
        </p:txBody>
      </p:sp>
      <p:sp>
        <p:nvSpPr>
          <p:cNvPr id="488" name="Google Shape;488;p47"/>
          <p:cNvSpPr txBox="1">
            <a:spLocks noGrp="1"/>
          </p:cNvSpPr>
          <p:nvPr>
            <p:ph type="body" idx="3"/>
          </p:nvPr>
        </p:nvSpPr>
        <p:spPr>
          <a:xfrm>
            <a:off x="2594372" y="411540"/>
            <a:ext cx="1552500" cy="3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/>
            <a:r>
              <a:rPr lang="ru"/>
              <a:t>Платформа для аналитики финансовых результатов публичных компаний</a:t>
            </a:r>
            <a:endParaRPr lang="ru-RU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</a:pPr>
            <a:endParaRPr/>
          </a:p>
        </p:txBody>
      </p:sp>
      <p:sp>
        <p:nvSpPr>
          <p:cNvPr id="489" name="Google Shape;489;p47"/>
          <p:cNvSpPr txBox="1">
            <a:spLocks noGrp="1"/>
          </p:cNvSpPr>
          <p:nvPr>
            <p:ph type="body" idx="4"/>
          </p:nvPr>
        </p:nvSpPr>
        <p:spPr>
          <a:xfrm>
            <a:off x="4694919" y="411540"/>
            <a:ext cx="1552500" cy="3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</a:pPr>
            <a:r>
              <a:rPr lang="ru"/>
              <a:t>Полученные результаты</a:t>
            </a:r>
            <a:endParaRPr/>
          </a:p>
        </p:txBody>
      </p:sp>
      <p:sp>
        <p:nvSpPr>
          <p:cNvPr id="493" name="Google Shape;493;p47"/>
          <p:cNvSpPr txBox="1"/>
          <p:nvPr/>
        </p:nvSpPr>
        <p:spPr>
          <a:xfrm>
            <a:off x="345846" y="1376636"/>
            <a:ext cx="3791863" cy="3531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ru" sz="1300">
                <a:solidFill>
                  <a:srgbClr val="0D2D69"/>
                </a:solidFill>
              </a:rPr>
              <a:t>1. Функциональные тесты аналитики компаний</a:t>
            </a:r>
            <a:endParaRPr lang="ru" sz="1300" dirty="0">
              <a:solidFill>
                <a:srgbClr val="0D2D69"/>
              </a:solidFill>
            </a:endParaRPr>
          </a:p>
          <a:p>
            <a:endParaRPr lang="ru" sz="1300" dirty="0">
              <a:solidFill>
                <a:srgbClr val="0D2D69"/>
              </a:solidFill>
            </a:endParaRPr>
          </a:p>
          <a:p>
            <a:r>
              <a:rPr lang="ru" sz="1300">
                <a:solidFill>
                  <a:srgbClr val="0D2D69"/>
                </a:solidFill>
              </a:rPr>
              <a:t>1.1. Проверка карточки компании</a:t>
            </a:r>
            <a:endParaRPr lang="ru" sz="1300" dirty="0">
              <a:solidFill>
                <a:srgbClr val="0D2D69"/>
              </a:solidFill>
            </a:endParaRPr>
          </a:p>
          <a:p>
            <a:endParaRPr lang="ru" sz="1300" dirty="0">
              <a:solidFill>
                <a:srgbClr val="0D2D69"/>
              </a:solidFill>
            </a:endParaRPr>
          </a:p>
          <a:p>
            <a:pPr marL="285750" indent="-285750">
              <a:buChar char="•"/>
            </a:pPr>
            <a:r>
              <a:rPr lang="ru" sz="1300">
                <a:solidFill>
                  <a:srgbClr val="0D2D69"/>
                </a:solidFill>
              </a:rPr>
              <a:t>Корректно отображается название, тикер, биржа, отчетности,совпадение отрасли</a:t>
            </a:r>
            <a:endParaRPr lang="ru">
              <a:solidFill>
                <a:srgbClr val="0D2D69"/>
              </a:solidFill>
            </a:endParaRPr>
          </a:p>
          <a:p>
            <a:pPr marL="285750" indent="-285750">
              <a:buChar char="•"/>
            </a:pPr>
            <a:r>
              <a:rPr lang="ru" sz="1300">
                <a:solidFill>
                  <a:srgbClr val="0D2D69"/>
                </a:solidFill>
              </a:rPr>
              <a:t>Есть данные по капитализации, P/E, P/S, EV/EBITDA, dividend yield и т.д.</a:t>
            </a:r>
            <a:endParaRPr lang="ru">
              <a:solidFill>
                <a:srgbClr val="0D2D69"/>
              </a:solidFill>
            </a:endParaRPr>
          </a:p>
          <a:p>
            <a:pPr marL="285750" indent="-285750">
              <a:buChar char="•"/>
            </a:pPr>
            <a:r>
              <a:rPr lang="ru" sz="1300">
                <a:solidFill>
                  <a:srgbClr val="0D2D69"/>
                </a:solidFill>
              </a:rPr>
              <a:t>Не перепутаны обычные и привилегированные акции</a:t>
            </a:r>
            <a:endParaRPr lang="ru">
              <a:solidFill>
                <a:srgbClr val="0D2D69"/>
              </a:solidFill>
            </a:endParaRPr>
          </a:p>
          <a:p>
            <a:pPr marL="285750" indent="-285750">
              <a:buChar char="•"/>
            </a:pPr>
            <a:r>
              <a:rPr lang="ru" sz="1300">
                <a:solidFill>
                  <a:srgbClr val="0D2D69"/>
                </a:solidFill>
              </a:rPr>
              <a:t>Поисковик акций работает корректно,поиск происходит как по названию,так и по тикеру компании</a:t>
            </a:r>
            <a:endParaRPr lang="ru" sz="1300" dirty="0">
              <a:solidFill>
                <a:srgbClr val="0D2D69"/>
              </a:solidFill>
            </a:endParaRPr>
          </a:p>
          <a:p>
            <a:pPr>
              <a:spcBef>
                <a:spcPts val="900"/>
              </a:spcBef>
            </a:pPr>
            <a:br>
              <a:rPr lang="en-US" dirty="0"/>
            </a:br>
            <a:endParaRPr lang="en-US" dirty="0"/>
          </a:p>
        </p:txBody>
      </p:sp>
      <p:pic>
        <p:nvPicPr>
          <p:cNvPr id="3" name="Рисунок 2" descr="Изображение выглядит как текст, снимок экрана, программное обеспечение, Мультимедийное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1A90BAC-AF1B-B4F8-0A6B-00ECA7B123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5394" y="1437105"/>
            <a:ext cx="4939926" cy="286418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48"/>
          <p:cNvSpPr txBox="1">
            <a:spLocks noGrp="1"/>
          </p:cNvSpPr>
          <p:nvPr>
            <p:ph type="title"/>
          </p:nvPr>
        </p:nvSpPr>
        <p:spPr>
          <a:xfrm>
            <a:off x="439424" y="1085843"/>
            <a:ext cx="3934200" cy="5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ru"/>
              <a:t>Полученные результаты. Тестирование (часть 2)</a:t>
            </a:r>
            <a:endParaRPr/>
          </a:p>
        </p:txBody>
      </p:sp>
      <p:sp>
        <p:nvSpPr>
          <p:cNvPr id="499" name="Google Shape;499;p48"/>
          <p:cNvSpPr txBox="1">
            <a:spLocks noGrp="1"/>
          </p:cNvSpPr>
          <p:nvPr>
            <p:ph type="body" idx="1"/>
          </p:nvPr>
        </p:nvSpPr>
        <p:spPr>
          <a:xfrm>
            <a:off x="440295" y="1453882"/>
            <a:ext cx="3690227" cy="27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34275" anchor="t" anchorCtr="0">
            <a:noAutofit/>
          </a:bodyPr>
          <a:lstStyle/>
          <a:p>
            <a:pPr marL="0" indent="0">
              <a:buSzPts val="1300"/>
            </a:pPr>
            <a:endParaRPr lang="ru" sz="1300" dirty="0"/>
          </a:p>
          <a:p>
            <a:pPr marL="215900" indent="-234950">
              <a:spcBef>
                <a:spcPts val="0"/>
              </a:spcBef>
              <a:buSzPts val="1300"/>
              <a:buChar char="•"/>
            </a:pPr>
            <a:r>
              <a:rPr lang="ru" sz="1300"/>
              <a:t>покупка акции</a:t>
            </a:r>
            <a:endParaRPr lang="ru"/>
          </a:p>
          <a:p>
            <a:pPr marL="215900" indent="-234950">
              <a:spcBef>
                <a:spcPts val="0"/>
              </a:spcBef>
              <a:buSzPts val="1300"/>
              <a:buChar char="•"/>
            </a:pPr>
            <a:r>
              <a:rPr lang="ru" sz="1300"/>
              <a:t>продажа акции</a:t>
            </a:r>
            <a:endParaRPr lang="ru"/>
          </a:p>
          <a:p>
            <a:pPr marL="215900" indent="-234950">
              <a:spcBef>
                <a:spcPts val="0"/>
              </a:spcBef>
              <a:buSzPts val="1300"/>
              <a:buChar char="•"/>
            </a:pPr>
            <a:r>
              <a:rPr lang="ru" sz="1300"/>
              <a:t>частичная продажа позиции</a:t>
            </a:r>
            <a:endParaRPr lang="ru"/>
          </a:p>
          <a:p>
            <a:pPr marL="215900" indent="-234950">
              <a:spcBef>
                <a:spcPts val="0"/>
              </a:spcBef>
              <a:buSzPts val="1300"/>
              <a:buChar char="•"/>
            </a:pPr>
            <a:r>
              <a:rPr lang="ru" sz="1300"/>
              <a:t>покупка одной и той же бумаги в разные даты и по разным ценам</a:t>
            </a:r>
            <a:endParaRPr lang="ru"/>
          </a:p>
          <a:p>
            <a:pPr marL="215900" indent="-234950">
              <a:spcBef>
                <a:spcPts val="0"/>
              </a:spcBef>
              <a:buSzPts val="1300"/>
              <a:buChar char="•"/>
            </a:pPr>
            <a:r>
              <a:rPr lang="ru" sz="1300"/>
              <a:t>редактирование сделки</a:t>
            </a:r>
            <a:endParaRPr lang="ru"/>
          </a:p>
          <a:p>
            <a:pPr marL="215900" indent="-234950">
              <a:spcBef>
                <a:spcPts val="0"/>
              </a:spcBef>
              <a:buSzPts val="1300"/>
              <a:buChar char="•"/>
            </a:pPr>
            <a:r>
              <a:rPr lang="ru" sz="1300"/>
              <a:t>удаление сделки</a:t>
            </a:r>
            <a:endParaRPr lang="ru"/>
          </a:p>
          <a:p>
            <a:pPr marL="266700" indent="-285750">
              <a:spcBef>
                <a:spcPts val="0"/>
              </a:spcBef>
              <a:buSzPts val="1300"/>
              <a:buChar char="•"/>
            </a:pPr>
            <a:r>
              <a:rPr lang="ru" sz="1300"/>
              <a:t>после обновления рыночных данных пересчитывается портфель</a:t>
            </a:r>
            <a:endParaRPr lang="ru" sz="1300" dirty="0"/>
          </a:p>
          <a:p>
            <a:pPr marL="266700" indent="-285750">
              <a:spcBef>
                <a:spcPts val="0"/>
              </a:spcBef>
              <a:buSzPts val="1300"/>
              <a:buChar char="•"/>
            </a:pPr>
            <a:r>
              <a:rPr lang="ru" sz="1300"/>
              <a:t>добавили сделку по акции → позиция появилась в портфеле</a:t>
            </a:r>
            <a:endParaRPr lang="ru" sz="1300" dirty="0"/>
          </a:p>
          <a:p>
            <a:pPr marL="266700" indent="-285750">
              <a:buSzPts val="1300"/>
              <a:buChar char="•"/>
            </a:pPr>
            <a:r>
              <a:rPr lang="ru" sz="1300"/>
              <a:t>среднюю цену покупки</a:t>
            </a:r>
            <a:endParaRPr lang="ru" sz="1300" dirty="0"/>
          </a:p>
          <a:p>
            <a:pPr marL="266700" indent="-285750">
              <a:spcBef>
                <a:spcPts val="0"/>
              </a:spcBef>
              <a:buSzPts val="1300"/>
              <a:buChar char="•"/>
            </a:pPr>
            <a:r>
              <a:rPr lang="ru" sz="1300"/>
              <a:t>текущую стоимость позиции</a:t>
            </a:r>
            <a:endParaRPr lang="ru"/>
          </a:p>
          <a:p>
            <a:pPr marL="266700" indent="-285750">
              <a:spcBef>
                <a:spcPts val="0"/>
              </a:spcBef>
              <a:buSzPts val="1300"/>
              <a:buChar char="•"/>
            </a:pPr>
            <a:r>
              <a:rPr lang="ru" sz="1300"/>
              <a:t>нереализованную прибыль/убыток</a:t>
            </a:r>
            <a:endParaRPr lang="ru"/>
          </a:p>
          <a:p>
            <a:pPr marL="266700" indent="-285750">
              <a:spcBef>
                <a:spcPts val="0"/>
              </a:spcBef>
              <a:buSzPts val="1300"/>
              <a:buChar char="•"/>
            </a:pPr>
            <a:r>
              <a:rPr lang="ru" sz="1300"/>
              <a:t>реализованную прибыль/убыток</a:t>
            </a:r>
            <a:endParaRPr lang="ru"/>
          </a:p>
          <a:p>
            <a:pPr marL="266700" indent="-285750">
              <a:spcBef>
                <a:spcPts val="0"/>
              </a:spcBef>
              <a:buSzPts val="1300"/>
              <a:buChar char="•"/>
            </a:pPr>
            <a:endParaRPr lang="ru" sz="1300" dirty="0"/>
          </a:p>
          <a:p>
            <a:pPr marL="26670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</a:pPr>
            <a:endParaRPr lang="ru" sz="1300" dirty="0"/>
          </a:p>
          <a:p>
            <a:pPr marL="215900" indent="-234950">
              <a:spcBef>
                <a:spcPts val="0"/>
              </a:spcBef>
              <a:buSzPts val="1300"/>
              <a:buChar char="•"/>
            </a:pPr>
            <a:endParaRPr lang="ru" sz="1300" dirty="0"/>
          </a:p>
          <a:p>
            <a:pPr marL="0" indent="0">
              <a:spcBef>
                <a:spcPts val="0"/>
              </a:spcBef>
            </a:pPr>
            <a:endParaRPr lang="ru-RU" sz="1300"/>
          </a:p>
        </p:txBody>
      </p:sp>
      <p:sp>
        <p:nvSpPr>
          <p:cNvPr id="500" name="Google Shape;500;p48"/>
          <p:cNvSpPr txBox="1">
            <a:spLocks noGrp="1"/>
          </p:cNvSpPr>
          <p:nvPr>
            <p:ph type="body" idx="3"/>
          </p:nvPr>
        </p:nvSpPr>
        <p:spPr>
          <a:xfrm>
            <a:off x="857767" y="405678"/>
            <a:ext cx="1426500" cy="3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ru"/>
              <a:t>Программная инженерия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/>
          </a:p>
        </p:txBody>
      </p:sp>
      <p:sp>
        <p:nvSpPr>
          <p:cNvPr id="501" name="Google Shape;501;p48"/>
          <p:cNvSpPr txBox="1">
            <a:spLocks noGrp="1"/>
          </p:cNvSpPr>
          <p:nvPr>
            <p:ph type="body" idx="4"/>
          </p:nvPr>
        </p:nvSpPr>
        <p:spPr>
          <a:xfrm>
            <a:off x="2594372" y="411540"/>
            <a:ext cx="1552500" cy="3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/>
            <a:r>
              <a:rPr lang="ru"/>
              <a:t>Платформа для аналитики финансовых результатов публичных компаний</a:t>
            </a:r>
            <a:endParaRPr lang="ru-RU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</a:pPr>
            <a:endParaRPr/>
          </a:p>
        </p:txBody>
      </p:sp>
      <p:sp>
        <p:nvSpPr>
          <p:cNvPr id="502" name="Google Shape;502;p48"/>
          <p:cNvSpPr txBox="1">
            <a:spLocks noGrp="1"/>
          </p:cNvSpPr>
          <p:nvPr>
            <p:ph type="body" idx="5"/>
          </p:nvPr>
        </p:nvSpPr>
        <p:spPr>
          <a:xfrm>
            <a:off x="4694919" y="411540"/>
            <a:ext cx="1552500" cy="3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/>
            <a:r>
              <a:rPr lang="ru"/>
              <a:t>Полученные результаты</a:t>
            </a:r>
            <a:endParaRPr lang="ru-RU"/>
          </a:p>
        </p:txBody>
      </p:sp>
      <p:pic>
        <p:nvPicPr>
          <p:cNvPr id="2" name="Рисунок 1" descr="Изображение выглядит как текст, снимок экрана, программное обеспечение, Мультимедийное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0AC7AF3-1AAE-7386-32D0-296F10B7FF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7637" y="932447"/>
            <a:ext cx="4902596" cy="281739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49"/>
          <p:cNvSpPr txBox="1">
            <a:spLocks noGrp="1"/>
          </p:cNvSpPr>
          <p:nvPr>
            <p:ph type="title"/>
          </p:nvPr>
        </p:nvSpPr>
        <p:spPr>
          <a:xfrm>
            <a:off x="439423" y="1085843"/>
            <a:ext cx="6154039" cy="1953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0000"/>
          </a:bodyPr>
          <a:lstStyle/>
          <a:p>
            <a:r>
              <a:rPr lang="ru"/>
              <a:t>Полученные результаты. Реализация</a:t>
            </a:r>
            <a:br>
              <a:rPr lang="ru" dirty="0"/>
            </a:br>
            <a:br>
              <a:rPr lang="ru" sz="1300" dirty="0">
                <a:solidFill>
                  <a:srgbClr val="0E2D69"/>
                </a:solidFill>
              </a:rPr>
            </a:br>
            <a:br>
              <a:rPr lang="ru" sz="1300" dirty="0"/>
            </a:br>
            <a:r>
              <a:rPr lang="ru" sz="1300"/>
              <a:t>В рамках проекта была разработана платформа для аналитики финансовых результатов публичных компаний, ориентированная на удобную работу с ключевыми показателями, отчетностью и сравнительным анализом. Реализация решения позволила объединить финансовые данные в едином цифровом пространстве и представить их в наглядном, структурированном и удобном для пользователя формате.</a:t>
            </a:r>
            <a:br>
              <a:rPr lang="ru" sz="1300" dirty="0"/>
            </a:br>
            <a:r>
              <a:rPr lang="ru" sz="1300">
                <a:solidFill>
                  <a:srgbClr val="0E2D69"/>
                </a:solidFill>
              </a:rPr>
              <a:t>Реализован и протестирован весь основной необходимый функционал.</a:t>
            </a:r>
            <a:endParaRPr lang="ru-RU" dirty="0"/>
          </a:p>
        </p:txBody>
      </p:sp>
      <p:sp>
        <p:nvSpPr>
          <p:cNvPr id="509" name="Google Shape;509;p49"/>
          <p:cNvSpPr txBox="1">
            <a:spLocks noGrp="1"/>
          </p:cNvSpPr>
          <p:nvPr>
            <p:ph type="body" idx="2"/>
          </p:nvPr>
        </p:nvSpPr>
        <p:spPr>
          <a:xfrm>
            <a:off x="857767" y="405678"/>
            <a:ext cx="1426500" cy="3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ru"/>
              <a:t>Программная инженерия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/>
          </a:p>
        </p:txBody>
      </p:sp>
      <p:sp>
        <p:nvSpPr>
          <p:cNvPr id="510" name="Google Shape;510;p49"/>
          <p:cNvSpPr txBox="1">
            <a:spLocks noGrp="1"/>
          </p:cNvSpPr>
          <p:nvPr>
            <p:ph type="body" idx="3"/>
          </p:nvPr>
        </p:nvSpPr>
        <p:spPr>
          <a:xfrm>
            <a:off x="2594372" y="411540"/>
            <a:ext cx="1552500" cy="3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/>
            <a:r>
              <a:rPr lang="ru"/>
              <a:t>Платформа для аналитики финансовых результатов публичных компаний</a:t>
            </a:r>
            <a:endParaRPr lang="ru-RU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</a:pPr>
            <a:endParaRPr/>
          </a:p>
        </p:txBody>
      </p:sp>
      <p:sp>
        <p:nvSpPr>
          <p:cNvPr id="511" name="Google Shape;511;p49"/>
          <p:cNvSpPr txBox="1">
            <a:spLocks noGrp="1"/>
          </p:cNvSpPr>
          <p:nvPr>
            <p:ph type="body" idx="4"/>
          </p:nvPr>
        </p:nvSpPr>
        <p:spPr>
          <a:xfrm>
            <a:off x="4694919" y="411540"/>
            <a:ext cx="1552500" cy="3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</a:pPr>
            <a:r>
              <a:rPr lang="ru"/>
              <a:t>Полученные результаты</a:t>
            </a:r>
            <a:endParaRPr/>
          </a:p>
        </p:txBody>
      </p:sp>
      <p:pic>
        <p:nvPicPr>
          <p:cNvPr id="3" name="Рисунок 2" descr="Изображение выглядит как текст, снимок экрана, программное обеспечение, Мультимедийное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F4AEF34-0283-8C04-4406-B31F0ABAC5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913" y="2989384"/>
            <a:ext cx="3521724" cy="2029558"/>
          </a:xfrm>
          <a:prstGeom prst="rect">
            <a:avLst/>
          </a:prstGeom>
        </p:spPr>
      </p:pic>
      <p:pic>
        <p:nvPicPr>
          <p:cNvPr id="4" name="Рисунок 3" descr="Изображение выглядит как текст, снимок экрана, программное обеспечение, Мультимедийное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2306010-6324-2094-6DF0-5EC00D1AB7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1173" y="2989384"/>
            <a:ext cx="3495551" cy="202223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50"/>
          <p:cNvSpPr txBox="1">
            <a:spLocks noGrp="1"/>
          </p:cNvSpPr>
          <p:nvPr>
            <p:ph type="title"/>
          </p:nvPr>
        </p:nvSpPr>
        <p:spPr>
          <a:xfrm>
            <a:off x="439423" y="1085843"/>
            <a:ext cx="8293466" cy="582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ru"/>
              <a:t>Пути дальнейшего развития</a:t>
            </a:r>
            <a:endParaRPr/>
          </a:p>
        </p:txBody>
      </p:sp>
      <p:sp>
        <p:nvSpPr>
          <p:cNvPr id="521" name="Google Shape;521;p50"/>
          <p:cNvSpPr txBox="1">
            <a:spLocks noGrp="1"/>
          </p:cNvSpPr>
          <p:nvPr>
            <p:ph type="body" idx="2"/>
          </p:nvPr>
        </p:nvSpPr>
        <p:spPr>
          <a:xfrm>
            <a:off x="857767" y="405678"/>
            <a:ext cx="1426369" cy="311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ru"/>
              <a:t>Программная инженерия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/>
          </a:p>
        </p:txBody>
      </p:sp>
      <p:sp>
        <p:nvSpPr>
          <p:cNvPr id="522" name="Google Shape;522;p50"/>
          <p:cNvSpPr txBox="1">
            <a:spLocks noGrp="1"/>
          </p:cNvSpPr>
          <p:nvPr>
            <p:ph type="body" idx="3"/>
          </p:nvPr>
        </p:nvSpPr>
        <p:spPr>
          <a:xfrm>
            <a:off x="2594372" y="411540"/>
            <a:ext cx="1552575" cy="306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/>
            <a:r>
              <a:rPr lang="ru"/>
              <a:t>Платформа для аналитики финансовых результатов публичных компаний</a:t>
            </a:r>
            <a:endParaRPr lang="ru-RU"/>
          </a:p>
        </p:txBody>
      </p:sp>
      <p:sp>
        <p:nvSpPr>
          <p:cNvPr id="523" name="Google Shape;523;p50"/>
          <p:cNvSpPr txBox="1">
            <a:spLocks noGrp="1"/>
          </p:cNvSpPr>
          <p:nvPr>
            <p:ph type="body" idx="4"/>
          </p:nvPr>
        </p:nvSpPr>
        <p:spPr>
          <a:xfrm>
            <a:off x="4694919" y="411540"/>
            <a:ext cx="1552575" cy="306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</a:pPr>
            <a:r>
              <a:rPr lang="ru"/>
              <a:t>Ожидаемые результаты</a:t>
            </a:r>
            <a:endParaRPr/>
          </a:p>
        </p:txBody>
      </p:sp>
      <p:sp>
        <p:nvSpPr>
          <p:cNvPr id="524" name="Google Shape;524;p50"/>
          <p:cNvSpPr txBox="1">
            <a:spLocks noGrp="1"/>
          </p:cNvSpPr>
          <p:nvPr>
            <p:ph type="body" idx="1"/>
          </p:nvPr>
        </p:nvSpPr>
        <p:spPr>
          <a:xfrm>
            <a:off x="439424" y="1668611"/>
            <a:ext cx="8293465" cy="2924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34275" anchor="t" anchorCtr="0">
            <a:noAutofit/>
          </a:bodyPr>
          <a:lstStyle/>
          <a:p>
            <a:pPr marL="457200" lvl="0" indent="-311150" algn="just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endParaRPr lang="ru" sz="1300" dirty="0"/>
          </a:p>
          <a:p>
            <a:pPr indent="-311150" algn="just">
              <a:lnSpc>
                <a:spcPct val="150000"/>
              </a:lnSpc>
              <a:spcBef>
                <a:spcPts val="0"/>
              </a:spcBef>
              <a:buSzPts val="1300"/>
              <a:buChar char="●"/>
            </a:pPr>
            <a:r>
              <a:rPr lang="ru" sz="1300"/>
              <a:t>Расширение технологий искусственного интеллекта</a:t>
            </a:r>
            <a:endParaRPr sz="1300"/>
          </a:p>
          <a:p>
            <a:pPr indent="-311150" algn="just">
              <a:lnSpc>
                <a:spcPct val="150000"/>
              </a:lnSpc>
              <a:spcBef>
                <a:spcPts val="0"/>
              </a:spcBef>
              <a:buSzPts val="1300"/>
              <a:buChar char="●"/>
            </a:pPr>
            <a:r>
              <a:rPr lang="ru" sz="1300"/>
              <a:t>Добавление автоматизированной загрузки отчетов</a:t>
            </a:r>
            <a:endParaRPr sz="1300"/>
          </a:p>
          <a:p>
            <a:pPr indent="-311150" algn="just">
              <a:lnSpc>
                <a:spcPct val="150000"/>
              </a:lnSpc>
              <a:spcBef>
                <a:spcPts val="0"/>
              </a:spcBef>
              <a:buSzPts val="1300"/>
              <a:buChar char="●"/>
            </a:pPr>
            <a:r>
              <a:rPr lang="ru" sz="1300"/>
              <a:t>Расширение базы инструментов торговли</a:t>
            </a:r>
            <a:endParaRPr lang="ru" sz="1300" dirty="0"/>
          </a:p>
          <a:p>
            <a:pPr marL="457200" lvl="0" indent="-3111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 sz="1300"/>
              <a:t>Система уведомлений</a:t>
            </a:r>
            <a:endParaRPr sz="1300"/>
          </a:p>
          <a:p>
            <a:pPr indent="-311150" algn="just">
              <a:lnSpc>
                <a:spcPct val="150000"/>
              </a:lnSpc>
              <a:spcBef>
                <a:spcPts val="0"/>
              </a:spcBef>
              <a:buSzPts val="1300"/>
              <a:buChar char="●"/>
            </a:pPr>
            <a:r>
              <a:rPr lang="ru" sz="1300"/>
              <a:t>Разработка мобильных клиентов (iOS/Android)</a:t>
            </a:r>
            <a:endParaRPr sz="1300"/>
          </a:p>
          <a:p>
            <a:pPr indent="-311150" algn="just">
              <a:lnSpc>
                <a:spcPct val="150000"/>
              </a:lnSpc>
              <a:spcBef>
                <a:spcPts val="0"/>
              </a:spcBef>
              <a:buSzPts val="1300"/>
              <a:buChar char="●"/>
            </a:pPr>
            <a:r>
              <a:rPr lang="ru" sz="1300"/>
              <a:t>Добавлений иностранных ценных бумаг</a:t>
            </a:r>
            <a:endParaRPr lang="ru" sz="1300" dirty="0"/>
          </a:p>
          <a:p>
            <a:pPr indent="-311150" algn="just">
              <a:lnSpc>
                <a:spcPct val="150000"/>
              </a:lnSpc>
              <a:spcBef>
                <a:spcPts val="0"/>
              </a:spcBef>
              <a:buSzPts val="1300"/>
              <a:buChar char="●"/>
            </a:pPr>
            <a:r>
              <a:rPr lang="ru" sz="1300"/>
              <a:t>Добавление дополнительных графиков для отслеживания динамики портфеля и финансовых показателей компаний</a:t>
            </a:r>
          </a:p>
          <a:p>
            <a:pPr indent="-311150" algn="just">
              <a:lnSpc>
                <a:spcPct val="150000"/>
              </a:lnSpc>
              <a:spcBef>
                <a:spcPts val="0"/>
              </a:spcBef>
              <a:buSzPts val="1300"/>
              <a:buChar char="●"/>
            </a:pPr>
            <a:endParaRPr lang="ru" sz="1300" dirty="0"/>
          </a:p>
          <a:p>
            <a:pPr marL="215900" indent="-152400">
              <a:spcBef>
                <a:spcPts val="1200"/>
              </a:spcBef>
            </a:pPr>
            <a:endParaRPr lang="ru-RU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51"/>
          <p:cNvSpPr txBox="1">
            <a:spLocks noGrp="1"/>
          </p:cNvSpPr>
          <p:nvPr>
            <p:ph type="body" idx="1"/>
          </p:nvPr>
        </p:nvSpPr>
        <p:spPr>
          <a:xfrm>
            <a:off x="200567" y="1374190"/>
            <a:ext cx="9128019" cy="370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342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ru" sz="1500" b="1">
                <a:latin typeface="Lato"/>
                <a:ea typeface="Lato"/>
                <a:cs typeface="Lato"/>
                <a:sym typeface="Lato"/>
              </a:rPr>
              <a:t>Ссылки </a:t>
            </a:r>
            <a:endParaRPr sz="1500" b="1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endParaRPr sz="1500" b="1">
              <a:latin typeface="Lato"/>
              <a:ea typeface="Lato"/>
              <a:cs typeface="Lato"/>
              <a:sym typeface="Lato"/>
            </a:endParaRPr>
          </a:p>
          <a:p>
            <a:pPr marL="0" indent="0" algn="just">
              <a:lnSpc>
                <a:spcPct val="150000"/>
              </a:lnSpc>
              <a:spcBef>
                <a:spcPts val="0"/>
              </a:spcBef>
            </a:pPr>
            <a:r>
              <a:rPr lang="ru" sz="1400"/>
              <a:t>Figma: </a:t>
            </a:r>
            <a:r>
              <a:rPr lang="ru" sz="1400" dirty="0">
                <a:hlinkClick r:id="rId3"/>
              </a:rPr>
              <a:t>https://www.figma.com/design/iHUId9cnmlaFMtGI5tyuLP/Untitled?node-id=0-1&amp;t=Kdc22fYy6CcnGhNk-1</a:t>
            </a:r>
            <a:endParaRPr lang="ru" sz="1400" u="sng">
              <a:solidFill>
                <a:schemeClr val="hlink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/>
              <a:t>Github-репозиторий:</a:t>
            </a:r>
            <a:r>
              <a:rPr lang="ru" sz="1400" u="sng" dirty="0">
                <a:solidFill>
                  <a:schemeClr val="hlink"/>
                </a:solidFill>
              </a:rPr>
              <a:t> </a:t>
            </a:r>
            <a:r>
              <a:rPr lang="ru" sz="1400" dirty="0">
                <a:solidFill>
                  <a:schemeClr val="hlink"/>
                </a:solidFill>
              </a:rPr>
              <a:t>https://github.com/daniltsapaev2003/Ledgerlyproject.git</a:t>
            </a:r>
            <a:endParaRPr sz="1400" dirty="0">
              <a:solidFill>
                <a:schemeClr val="hlink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ru" sz="1400" u="sng" dirty="0">
              <a:solidFill>
                <a:schemeClr val="hlink"/>
              </a:solidFill>
            </a:endParaRPr>
          </a:p>
          <a:p>
            <a:pPr marL="457200" lvl="0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endParaRPr sz="14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325"/>
              <a:buFont typeface="Arial"/>
              <a:buNone/>
            </a:pPr>
            <a:endParaRPr sz="1500"/>
          </a:p>
        </p:txBody>
      </p:sp>
      <p:sp>
        <p:nvSpPr>
          <p:cNvPr id="530" name="Google Shape;530;p51"/>
          <p:cNvSpPr txBox="1">
            <a:spLocks noGrp="1"/>
          </p:cNvSpPr>
          <p:nvPr>
            <p:ph type="body" idx="1"/>
          </p:nvPr>
        </p:nvSpPr>
        <p:spPr>
          <a:xfrm>
            <a:off x="848850" y="329475"/>
            <a:ext cx="1565400" cy="3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</a:pPr>
            <a:r>
              <a:rPr lang="ru" sz="900">
                <a:latin typeface="Lato"/>
                <a:ea typeface="Lato"/>
                <a:cs typeface="Lato"/>
                <a:sym typeface="Lato"/>
              </a:rPr>
              <a:t>Факультет информатики, математики и компьютерных наук</a:t>
            </a:r>
            <a:endParaRPr sz="800"/>
          </a:p>
        </p:txBody>
      </p:sp>
      <p:sp>
        <p:nvSpPr>
          <p:cNvPr id="531" name="Google Shape;531;p51"/>
          <p:cNvSpPr txBox="1">
            <a:spLocks noGrp="1"/>
          </p:cNvSpPr>
          <p:nvPr>
            <p:ph type="body" idx="3"/>
          </p:nvPr>
        </p:nvSpPr>
        <p:spPr>
          <a:xfrm>
            <a:off x="2594375" y="335350"/>
            <a:ext cx="1884900" cy="3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</a:pPr>
            <a:r>
              <a:rPr lang="ru" sz="900">
                <a:latin typeface="Lato"/>
                <a:ea typeface="Lato"/>
                <a:cs typeface="Lato"/>
                <a:sym typeface="Lato"/>
              </a:rPr>
              <a:t>Программная инженерия</a:t>
            </a:r>
            <a:endParaRPr sz="900"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</a:pPr>
            <a:endParaRPr sz="9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32" name="Google Shape;532;p51"/>
          <p:cNvSpPr txBox="1">
            <a:spLocks noGrp="1"/>
          </p:cNvSpPr>
          <p:nvPr>
            <p:ph type="body" idx="5"/>
          </p:nvPr>
        </p:nvSpPr>
        <p:spPr>
          <a:xfrm>
            <a:off x="4694925" y="335350"/>
            <a:ext cx="2738100" cy="3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/>
            <a:r>
              <a:rPr lang="ru"/>
              <a:t>Платформа для аналитики финансовых результатов публичных компаний</a:t>
            </a:r>
            <a:endParaRPr lang="ru-RU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</a:pPr>
            <a:endParaRPr sz="9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Пользовательские 1">
      <a:dk1>
        <a:srgbClr val="0F2C68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Пользовательские 1">
      <a:dk1>
        <a:srgbClr val="0F2C68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963</TotalTime>
  <Words>541</Words>
  <Application>Microsoft Office PowerPoint</Application>
  <PresentationFormat>Экран (16:9)</PresentationFormat>
  <Paragraphs>92</Paragraphs>
  <Slides>12</Slides>
  <Notes>12</Notes>
  <HiddenSlides>0</HiddenSlides>
  <MMClips>0</MMClips>
  <ScaleCrop>false</ScaleCrop>
  <HeadingPairs>
    <vt:vector size="4" baseType="variant">
      <vt:variant>
        <vt:lpstr>Тема</vt:lpstr>
      </vt:variant>
      <vt:variant>
        <vt:i4>3</vt:i4>
      </vt:variant>
      <vt:variant>
        <vt:lpstr>Заголовки слайдов</vt:lpstr>
      </vt:variant>
      <vt:variant>
        <vt:i4>12</vt:i4>
      </vt:variant>
    </vt:vector>
  </HeadingPairs>
  <TitlesOfParts>
    <vt:vector size="15" baseType="lpstr">
      <vt:lpstr>Simple Light</vt:lpstr>
      <vt:lpstr>Office Theme</vt:lpstr>
      <vt:lpstr>Office Theme</vt:lpstr>
      <vt:lpstr>Платформа для аналитики финансовых результатов публичных компаний</vt:lpstr>
      <vt:lpstr>Содержание</vt:lpstr>
      <vt:lpstr>Существующие решения. </vt:lpstr>
      <vt:lpstr>Цели и задачи</vt:lpstr>
      <vt:lpstr>Полученные результаты. Технологический стек, используемые инструменты</vt:lpstr>
      <vt:lpstr>Полученные результаты. Дизайн</vt:lpstr>
      <vt:lpstr>Полученные результаты. Тестирование (часть 1)</vt:lpstr>
      <vt:lpstr>Полученные результаты. Тестирование (часть 2)</vt:lpstr>
      <vt:lpstr>Полученные результаты. Реализация   В рамках проекта была разработана платформа для аналитики финансовых результатов публичных компаний, ориентированная на удобную работу с ключевыми показателями, отчетностью и сравнительным анализом. Реализация решения позволила объединить финансовые данные в едином цифровом пространстве и представить их в наглядном, структурированном и удобном для пользователя формате. Реализован и протестирован весь основной необходимый функционал.</vt:lpstr>
      <vt:lpstr>Пути дальнейшего развития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Создание картографического сервиса для населения на базе открытых данных</dc:title>
  <cp:lastModifiedBy>Андрей Помошников</cp:lastModifiedBy>
  <cp:revision>395</cp:revision>
  <dcterms:modified xsi:type="dcterms:W3CDTF">2026-05-27T13:05:06Z</dcterms:modified>
</cp:coreProperties>
</file>